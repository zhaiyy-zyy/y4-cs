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22FB9-72ED-2F43-9672-2091E2827635}" v="8" dt="2025-11-10T05:46:26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60"/>
  </p:normalViewPr>
  <p:slideViewPr>
    <p:cSldViewPr snapToGrid="0">
      <p:cViewPr varScale="1">
        <p:scale>
          <a:sx n="66" d="100"/>
          <a:sy n="66" d="100"/>
        </p:scale>
        <p:origin x="23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744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189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8308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688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283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011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985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8636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964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105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2522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00584-B4E2-7C46-A6F8-978A42DCC0AF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725BB-6BDE-ED44-8D57-9111A84FA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957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日程表&#10;&#10;AI 生成的内容可能不正确。">
            <a:extLst>
              <a:ext uri="{FF2B5EF4-FFF2-40B4-BE49-F238E27FC236}">
                <a16:creationId xmlns:a16="http://schemas.microsoft.com/office/drawing/2014/main" id="{BDADCDCD-9463-5293-DA15-0F45ECD41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49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57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 FU (20514501)</dc:creator>
  <cp:lastModifiedBy>Jin FU (20514501)</cp:lastModifiedBy>
  <cp:revision>2</cp:revision>
  <dcterms:created xsi:type="dcterms:W3CDTF">2025-11-10T05:36:50Z</dcterms:created>
  <dcterms:modified xsi:type="dcterms:W3CDTF">2025-11-10T05:46:45Z</dcterms:modified>
</cp:coreProperties>
</file>