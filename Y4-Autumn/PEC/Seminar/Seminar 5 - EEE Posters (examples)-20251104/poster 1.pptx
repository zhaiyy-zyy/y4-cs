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7559675" cy="10691495"/>
  <p:notesSz cx="6858000" cy="9144000"/>
  <p:custDataLst>
    <p:tags r:id="rId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99BC"/>
    <a:srgbClr val="E2E9FE"/>
    <a:srgbClr val="C5E5E8"/>
    <a:srgbClr val="F0F0F0"/>
    <a:srgbClr val="C4E5E8"/>
    <a:srgbClr val="F9AF80"/>
    <a:srgbClr val="ED7F34"/>
    <a:srgbClr val="B95F19"/>
    <a:srgbClr val="FCFBF9"/>
    <a:srgbClr val="F0C4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48" d="100"/>
          <a:sy n="48" d="100"/>
        </p:scale>
        <p:origin x="1934"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gs" Target="tags/tag2.xml"/><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24B4CC-6A19-421E-8562-C45A78CD4BC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021B6F-0218-4C51-8822-AF4DBE19154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7021B6F-0218-4C51-8822-AF4DBE19154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44960" y="1749795"/>
            <a:ext cx="5669756" cy="3722335"/>
          </a:xfrm>
        </p:spPr>
        <p:txBody>
          <a:bodyPr anchor="b"/>
          <a:lstStyle>
            <a:lvl1pPr algn="ctr">
              <a:defRPr sz="3720"/>
            </a:lvl1pPr>
          </a:lstStyle>
          <a:p>
            <a:r>
              <a:rPr lang="zh-CN" altLang="en-US"/>
              <a:t>单击此处编辑母版标题样式</a:t>
            </a:r>
            <a:endParaRPr lang="zh-CN" altLang="en-US"/>
          </a:p>
        </p:txBody>
      </p:sp>
      <p:sp>
        <p:nvSpPr>
          <p:cNvPr id="3" name="副标题 2"/>
          <p:cNvSpPr>
            <a:spLocks noGrp="1"/>
          </p:cNvSpPr>
          <p:nvPr>
            <p:ph type="subTitle" idx="1"/>
          </p:nvPr>
        </p:nvSpPr>
        <p:spPr>
          <a:xfrm>
            <a:off x="944960" y="5615678"/>
            <a:ext cx="5669756" cy="2581379"/>
          </a:xfrm>
        </p:spPr>
        <p:txBody>
          <a:bodyPr/>
          <a:lstStyle>
            <a:lvl1pPr marL="0" indent="0" algn="ctr">
              <a:buNone/>
              <a:defRPr sz="1490"/>
            </a:lvl1pPr>
            <a:lvl2pPr marL="283210" indent="0" algn="ctr">
              <a:buNone/>
              <a:defRPr sz="1240"/>
            </a:lvl2pPr>
            <a:lvl3pPr marL="567055" indent="0" algn="ctr">
              <a:buNone/>
              <a:defRPr sz="1115"/>
            </a:lvl3pPr>
            <a:lvl4pPr marL="850265" indent="0" algn="ctr">
              <a:buNone/>
              <a:defRPr sz="990"/>
            </a:lvl4pPr>
            <a:lvl5pPr marL="1134110" indent="0" algn="ctr">
              <a:buNone/>
              <a:defRPr sz="990"/>
            </a:lvl5pPr>
            <a:lvl6pPr marL="1417320" indent="0" algn="ctr">
              <a:buNone/>
              <a:defRPr sz="990"/>
            </a:lvl6pPr>
            <a:lvl7pPr marL="1701165" indent="0" algn="ctr">
              <a:buNone/>
              <a:defRPr sz="990"/>
            </a:lvl7pPr>
            <a:lvl8pPr marL="1984375" indent="0" algn="ctr">
              <a:buNone/>
              <a:defRPr sz="990"/>
            </a:lvl8pPr>
            <a:lvl9pPr marL="2268220" indent="0" algn="ctr">
              <a:buNone/>
              <a:defRPr sz="99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EEB96779-D083-4D49-8A95-D5852A1CE3F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1D05CB8-86F5-4387-9B15-58A35E3DA0FA}"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EB96779-D083-4D49-8A95-D5852A1CE3F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1D05CB8-86F5-4387-9B15-58A35E3DA0FA}"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515790" y="2665530"/>
            <a:ext cx="6520220" cy="4447496"/>
          </a:xfrm>
        </p:spPr>
        <p:txBody>
          <a:bodyPr anchor="b"/>
          <a:lstStyle>
            <a:lvl1pPr>
              <a:defRPr sz="372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515790" y="7155102"/>
            <a:ext cx="6520220" cy="2338833"/>
          </a:xfrm>
        </p:spPr>
        <p:txBody>
          <a:bodyPr/>
          <a:lstStyle>
            <a:lvl1pPr marL="0" indent="0">
              <a:buNone/>
              <a:defRPr sz="1490">
                <a:solidFill>
                  <a:schemeClr val="tx1">
                    <a:tint val="75000"/>
                  </a:schemeClr>
                </a:solidFill>
              </a:defRPr>
            </a:lvl1pPr>
            <a:lvl2pPr marL="283210" indent="0">
              <a:buNone/>
              <a:defRPr sz="1240">
                <a:solidFill>
                  <a:schemeClr val="tx1">
                    <a:tint val="75000"/>
                  </a:schemeClr>
                </a:solidFill>
              </a:defRPr>
            </a:lvl2pPr>
            <a:lvl3pPr marL="567055" indent="0">
              <a:buNone/>
              <a:defRPr sz="1115">
                <a:solidFill>
                  <a:schemeClr val="tx1">
                    <a:tint val="75000"/>
                  </a:schemeClr>
                </a:solidFill>
              </a:defRPr>
            </a:lvl3pPr>
            <a:lvl4pPr marL="850265" indent="0">
              <a:buNone/>
              <a:defRPr sz="990">
                <a:solidFill>
                  <a:schemeClr val="tx1">
                    <a:tint val="75000"/>
                  </a:schemeClr>
                </a:solidFill>
              </a:defRPr>
            </a:lvl4pPr>
            <a:lvl5pPr marL="1134110" indent="0">
              <a:buNone/>
              <a:defRPr sz="990">
                <a:solidFill>
                  <a:schemeClr val="tx1">
                    <a:tint val="75000"/>
                  </a:schemeClr>
                </a:solidFill>
              </a:defRPr>
            </a:lvl5pPr>
            <a:lvl6pPr marL="1417320" indent="0">
              <a:buNone/>
              <a:defRPr sz="990">
                <a:solidFill>
                  <a:schemeClr val="tx1">
                    <a:tint val="75000"/>
                  </a:schemeClr>
                </a:solidFill>
              </a:defRPr>
            </a:lvl6pPr>
            <a:lvl7pPr marL="1701165" indent="0">
              <a:buNone/>
              <a:defRPr sz="990">
                <a:solidFill>
                  <a:schemeClr val="tx1">
                    <a:tint val="75000"/>
                  </a:schemeClr>
                </a:solidFill>
              </a:defRPr>
            </a:lvl7pPr>
            <a:lvl8pPr marL="1984375" indent="0">
              <a:buNone/>
              <a:defRPr sz="990">
                <a:solidFill>
                  <a:schemeClr val="tx1">
                    <a:tint val="75000"/>
                  </a:schemeClr>
                </a:solidFill>
              </a:defRPr>
            </a:lvl8pPr>
            <a:lvl9pPr marL="2268220" indent="0">
              <a:buNone/>
              <a:defRPr sz="99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EEB96779-D083-4D49-8A95-D5852A1CE3F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1D05CB8-86F5-4387-9B15-58A35E3DA0FA}"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19728" y="2846200"/>
            <a:ext cx="3212862" cy="6783857"/>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3827085" y="2846200"/>
            <a:ext cx="3212862" cy="6783857"/>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EEB96779-D083-4D49-8A95-D5852A1CE3F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1D05CB8-86F5-4387-9B15-58A35E3DA0FA}"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20712" y="569241"/>
            <a:ext cx="6520220" cy="2066590"/>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520712" y="2620980"/>
            <a:ext cx="3198097" cy="1284502"/>
          </a:xfrm>
        </p:spPr>
        <p:txBody>
          <a:bodyPr anchor="b"/>
          <a:lstStyle>
            <a:lvl1pPr marL="0" indent="0">
              <a:buNone/>
              <a:defRPr sz="1490" b="1"/>
            </a:lvl1pPr>
            <a:lvl2pPr marL="283210" indent="0">
              <a:buNone/>
              <a:defRPr sz="1240" b="1"/>
            </a:lvl2pPr>
            <a:lvl3pPr marL="567055" indent="0">
              <a:buNone/>
              <a:defRPr sz="1115" b="1"/>
            </a:lvl3pPr>
            <a:lvl4pPr marL="850265" indent="0">
              <a:buNone/>
              <a:defRPr sz="990" b="1"/>
            </a:lvl4pPr>
            <a:lvl5pPr marL="1134110" indent="0">
              <a:buNone/>
              <a:defRPr sz="990" b="1"/>
            </a:lvl5pPr>
            <a:lvl6pPr marL="1417320" indent="0">
              <a:buNone/>
              <a:defRPr sz="990" b="1"/>
            </a:lvl6pPr>
            <a:lvl7pPr marL="1701165" indent="0">
              <a:buNone/>
              <a:defRPr sz="990" b="1"/>
            </a:lvl7pPr>
            <a:lvl8pPr marL="1984375" indent="0">
              <a:buNone/>
              <a:defRPr sz="990" b="1"/>
            </a:lvl8pPr>
            <a:lvl9pPr marL="2268220" indent="0">
              <a:buNone/>
              <a:defRPr sz="99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520712" y="3905482"/>
            <a:ext cx="3198097" cy="574437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3827085" y="2620980"/>
            <a:ext cx="3213847" cy="1284502"/>
          </a:xfrm>
        </p:spPr>
        <p:txBody>
          <a:bodyPr anchor="b"/>
          <a:lstStyle>
            <a:lvl1pPr marL="0" indent="0">
              <a:buNone/>
              <a:defRPr sz="1490" b="1"/>
            </a:lvl1pPr>
            <a:lvl2pPr marL="283210" indent="0">
              <a:buNone/>
              <a:defRPr sz="1240" b="1"/>
            </a:lvl2pPr>
            <a:lvl3pPr marL="567055" indent="0">
              <a:buNone/>
              <a:defRPr sz="1115" b="1"/>
            </a:lvl3pPr>
            <a:lvl4pPr marL="850265" indent="0">
              <a:buNone/>
              <a:defRPr sz="990" b="1"/>
            </a:lvl4pPr>
            <a:lvl5pPr marL="1134110" indent="0">
              <a:buNone/>
              <a:defRPr sz="990" b="1"/>
            </a:lvl5pPr>
            <a:lvl6pPr marL="1417320" indent="0">
              <a:buNone/>
              <a:defRPr sz="990" b="1"/>
            </a:lvl6pPr>
            <a:lvl7pPr marL="1701165" indent="0">
              <a:buNone/>
              <a:defRPr sz="990" b="1"/>
            </a:lvl7pPr>
            <a:lvl8pPr marL="1984375" indent="0">
              <a:buNone/>
              <a:defRPr sz="990" b="1"/>
            </a:lvl8pPr>
            <a:lvl9pPr marL="2268220" indent="0">
              <a:buNone/>
              <a:defRPr sz="99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3827085" y="3905482"/>
            <a:ext cx="3213847" cy="574437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EEB96779-D083-4D49-8A95-D5852A1CE3F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1D05CB8-86F5-4387-9B15-58A35E3DA0FA}"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EEB96779-D083-4D49-8A95-D5852A1CE3F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1D05CB8-86F5-4387-9B15-58A35E3DA0FA}"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EB96779-D083-4D49-8A95-D5852A1CE3F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1D05CB8-86F5-4387-9B15-58A35E3DA0FA}"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20712" y="712788"/>
            <a:ext cx="2438192" cy="2494756"/>
          </a:xfrm>
        </p:spPr>
        <p:txBody>
          <a:bodyPr anchor="b"/>
          <a:lstStyle>
            <a:lvl1pPr>
              <a:defRPr sz="1985"/>
            </a:lvl1pPr>
          </a:lstStyle>
          <a:p>
            <a:r>
              <a:rPr lang="zh-CN" altLang="en-US"/>
              <a:t>单击此处编辑母版标题样式</a:t>
            </a:r>
            <a:endParaRPr lang="zh-CN" altLang="en-US"/>
          </a:p>
        </p:txBody>
      </p:sp>
      <p:sp>
        <p:nvSpPr>
          <p:cNvPr id="3" name="内容占位符 2"/>
          <p:cNvSpPr>
            <a:spLocks noGrp="1"/>
          </p:cNvSpPr>
          <p:nvPr>
            <p:ph idx="1"/>
          </p:nvPr>
        </p:nvSpPr>
        <p:spPr>
          <a:xfrm>
            <a:off x="3213847" y="1539424"/>
            <a:ext cx="3827085" cy="7598117"/>
          </a:xfrm>
        </p:spPr>
        <p:txBody>
          <a:bodyPr/>
          <a:lstStyle>
            <a:lvl1pPr>
              <a:defRPr sz="1985"/>
            </a:lvl1pPr>
            <a:lvl2pPr>
              <a:defRPr sz="1735"/>
            </a:lvl2pPr>
            <a:lvl3pPr>
              <a:defRPr sz="1490"/>
            </a:lvl3pPr>
            <a:lvl4pPr>
              <a:defRPr sz="1240"/>
            </a:lvl4pPr>
            <a:lvl5pPr>
              <a:defRPr sz="1240"/>
            </a:lvl5pPr>
            <a:lvl6pPr>
              <a:defRPr sz="1240"/>
            </a:lvl6pPr>
            <a:lvl7pPr>
              <a:defRPr sz="1240"/>
            </a:lvl7pPr>
            <a:lvl8pPr>
              <a:defRPr sz="1240"/>
            </a:lvl8pPr>
            <a:lvl9pPr>
              <a:defRPr sz="124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520712" y="3207544"/>
            <a:ext cx="2438192" cy="5942372"/>
          </a:xfrm>
        </p:spPr>
        <p:txBody>
          <a:bodyPr/>
          <a:lstStyle>
            <a:lvl1pPr marL="0" indent="0">
              <a:buNone/>
              <a:defRPr sz="990"/>
            </a:lvl1pPr>
            <a:lvl2pPr marL="283210" indent="0">
              <a:buNone/>
              <a:defRPr sz="870"/>
            </a:lvl2pPr>
            <a:lvl3pPr marL="567055" indent="0">
              <a:buNone/>
              <a:defRPr sz="745"/>
            </a:lvl3pPr>
            <a:lvl4pPr marL="850265" indent="0">
              <a:buNone/>
              <a:defRPr sz="620"/>
            </a:lvl4pPr>
            <a:lvl5pPr marL="1134110" indent="0">
              <a:buNone/>
              <a:defRPr sz="620"/>
            </a:lvl5pPr>
            <a:lvl6pPr marL="1417320" indent="0">
              <a:buNone/>
              <a:defRPr sz="620"/>
            </a:lvl6pPr>
            <a:lvl7pPr marL="1701165" indent="0">
              <a:buNone/>
              <a:defRPr sz="620"/>
            </a:lvl7pPr>
            <a:lvl8pPr marL="1984375" indent="0">
              <a:buNone/>
              <a:defRPr sz="620"/>
            </a:lvl8pPr>
            <a:lvl9pPr marL="2268220" indent="0">
              <a:buNone/>
              <a:defRPr sz="62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EB96779-D083-4D49-8A95-D5852A1CE3F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1D05CB8-86F5-4387-9B15-58A35E3DA0FA}"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520712" y="712788"/>
            <a:ext cx="2438192" cy="2494756"/>
          </a:xfrm>
        </p:spPr>
        <p:txBody>
          <a:bodyPr anchor="b"/>
          <a:lstStyle>
            <a:lvl1pPr>
              <a:defRPr sz="1985"/>
            </a:lvl1pPr>
          </a:lstStyle>
          <a:p>
            <a:r>
              <a:rPr lang="zh-CN" altLang="en-US"/>
              <a:t>单击此处编辑母版标题样式</a:t>
            </a:r>
            <a:endParaRPr lang="zh-CN" altLang="en-US"/>
          </a:p>
        </p:txBody>
      </p:sp>
      <p:sp>
        <p:nvSpPr>
          <p:cNvPr id="3" name="图片占位符 2"/>
          <p:cNvSpPr>
            <a:spLocks noGrp="1"/>
          </p:cNvSpPr>
          <p:nvPr>
            <p:ph type="pic" idx="1"/>
          </p:nvPr>
        </p:nvSpPr>
        <p:spPr>
          <a:xfrm>
            <a:off x="3213847" y="1539424"/>
            <a:ext cx="3827085" cy="7598117"/>
          </a:xfrm>
        </p:spPr>
        <p:txBody>
          <a:bodyPr/>
          <a:lstStyle>
            <a:lvl1pPr marL="0" indent="0">
              <a:buNone/>
              <a:defRPr sz="1985"/>
            </a:lvl1pPr>
            <a:lvl2pPr marL="283210" indent="0">
              <a:buNone/>
              <a:defRPr sz="1735"/>
            </a:lvl2pPr>
            <a:lvl3pPr marL="567055" indent="0">
              <a:buNone/>
              <a:defRPr sz="1490"/>
            </a:lvl3pPr>
            <a:lvl4pPr marL="850265" indent="0">
              <a:buNone/>
              <a:defRPr sz="1240"/>
            </a:lvl4pPr>
            <a:lvl5pPr marL="1134110" indent="0">
              <a:buNone/>
              <a:defRPr sz="1240"/>
            </a:lvl5pPr>
            <a:lvl6pPr marL="1417320" indent="0">
              <a:buNone/>
              <a:defRPr sz="1240"/>
            </a:lvl6pPr>
            <a:lvl7pPr marL="1701165" indent="0">
              <a:buNone/>
              <a:defRPr sz="1240"/>
            </a:lvl7pPr>
            <a:lvl8pPr marL="1984375" indent="0">
              <a:buNone/>
              <a:defRPr sz="1240"/>
            </a:lvl8pPr>
            <a:lvl9pPr marL="2268220" indent="0">
              <a:buNone/>
              <a:defRPr sz="1240"/>
            </a:lvl9pPr>
          </a:lstStyle>
          <a:p>
            <a:endParaRPr lang="zh-CN" altLang="en-US"/>
          </a:p>
        </p:txBody>
      </p:sp>
      <p:sp>
        <p:nvSpPr>
          <p:cNvPr id="4" name="文本占位符 3"/>
          <p:cNvSpPr>
            <a:spLocks noGrp="1"/>
          </p:cNvSpPr>
          <p:nvPr>
            <p:ph type="body" sz="half" idx="2"/>
          </p:nvPr>
        </p:nvSpPr>
        <p:spPr>
          <a:xfrm>
            <a:off x="520712" y="3207544"/>
            <a:ext cx="2438192" cy="5942372"/>
          </a:xfrm>
        </p:spPr>
        <p:txBody>
          <a:bodyPr/>
          <a:lstStyle>
            <a:lvl1pPr marL="0" indent="0">
              <a:buNone/>
              <a:defRPr sz="990"/>
            </a:lvl1pPr>
            <a:lvl2pPr marL="283210" indent="0">
              <a:buNone/>
              <a:defRPr sz="870"/>
            </a:lvl2pPr>
            <a:lvl3pPr marL="567055" indent="0">
              <a:buNone/>
              <a:defRPr sz="745"/>
            </a:lvl3pPr>
            <a:lvl4pPr marL="850265" indent="0">
              <a:buNone/>
              <a:defRPr sz="620"/>
            </a:lvl4pPr>
            <a:lvl5pPr marL="1134110" indent="0">
              <a:buNone/>
              <a:defRPr sz="620"/>
            </a:lvl5pPr>
            <a:lvl6pPr marL="1417320" indent="0">
              <a:buNone/>
              <a:defRPr sz="620"/>
            </a:lvl6pPr>
            <a:lvl7pPr marL="1701165" indent="0">
              <a:buNone/>
              <a:defRPr sz="620"/>
            </a:lvl7pPr>
            <a:lvl8pPr marL="1984375" indent="0">
              <a:buNone/>
              <a:defRPr sz="620"/>
            </a:lvl8pPr>
            <a:lvl9pPr marL="2268220" indent="0">
              <a:buNone/>
              <a:defRPr sz="62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EB96779-D083-4D49-8A95-D5852A1CE3F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1D05CB8-86F5-4387-9B15-58A35E3DA0FA}"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EB96779-D083-4D49-8A95-D5852A1CE3F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1D05CB8-86F5-4387-9B15-58A35E3DA0FA}"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5409892" y="569240"/>
            <a:ext cx="1630055" cy="9060817"/>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519728" y="569240"/>
            <a:ext cx="4795669" cy="9060817"/>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EB96779-D083-4D49-8A95-D5852A1CE3F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1D05CB8-86F5-4387-9B15-58A35E3DA0FA}"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19728" y="569241"/>
            <a:ext cx="6520220" cy="206659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519728" y="9909727"/>
            <a:ext cx="1700927" cy="569240"/>
          </a:xfrm>
          <a:prstGeom prst="rect">
            <a:avLst/>
          </a:prstGeom>
        </p:spPr>
        <p:txBody>
          <a:bodyPr vert="horz" lIns="91440" tIns="45720" rIns="91440" bIns="45720" rtlCol="0" anchor="ctr"/>
          <a:lstStyle>
            <a:lvl1pPr algn="l">
              <a:defRPr sz="745">
                <a:solidFill>
                  <a:schemeClr val="tx1">
                    <a:tint val="75000"/>
                  </a:schemeClr>
                </a:solidFill>
              </a:defRPr>
            </a:lvl1pPr>
          </a:lstStyle>
          <a:p>
            <a:fld id="{EEB96779-D083-4D49-8A95-D5852A1CE3F8}" type="datetimeFigureOut">
              <a:rPr lang="zh-CN" altLang="en-US" smtClean="0"/>
            </a:fld>
            <a:endParaRPr lang="zh-CN" altLang="en-US"/>
          </a:p>
        </p:txBody>
      </p:sp>
      <p:sp>
        <p:nvSpPr>
          <p:cNvPr id="5" name="页脚占位符 4"/>
          <p:cNvSpPr>
            <a:spLocks noGrp="1"/>
          </p:cNvSpPr>
          <p:nvPr>
            <p:ph type="ftr" sz="quarter" idx="3"/>
          </p:nvPr>
        </p:nvSpPr>
        <p:spPr>
          <a:xfrm>
            <a:off x="2504143" y="9909727"/>
            <a:ext cx="2551390" cy="569240"/>
          </a:xfrm>
          <a:prstGeom prst="rect">
            <a:avLst/>
          </a:prstGeom>
        </p:spPr>
        <p:txBody>
          <a:bodyPr vert="horz" lIns="91440" tIns="45720" rIns="91440" bIns="45720" rtlCol="0" anchor="ctr"/>
          <a:lstStyle>
            <a:lvl1pPr algn="ctr">
              <a:defRPr sz="745">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5339020" y="9909727"/>
            <a:ext cx="1700927" cy="569240"/>
          </a:xfrm>
          <a:prstGeom prst="rect">
            <a:avLst/>
          </a:prstGeom>
        </p:spPr>
        <p:txBody>
          <a:bodyPr vert="horz" lIns="91440" tIns="45720" rIns="91440" bIns="45720" rtlCol="0" anchor="ctr"/>
          <a:lstStyle>
            <a:lvl1pPr algn="r">
              <a:defRPr sz="745">
                <a:solidFill>
                  <a:schemeClr val="tx1">
                    <a:tint val="75000"/>
                  </a:schemeClr>
                </a:solidFill>
              </a:defRPr>
            </a:lvl1pPr>
          </a:lstStyle>
          <a:p>
            <a:fld id="{71D05CB8-86F5-4387-9B15-58A35E3DA0F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567055" rtl="0" eaLnBrk="1" latinLnBrk="0" hangingPunct="1">
        <a:lnSpc>
          <a:spcPct val="90000"/>
        </a:lnSpc>
        <a:spcBef>
          <a:spcPct val="0"/>
        </a:spcBef>
        <a:buNone/>
        <a:defRPr sz="2730" kern="1200">
          <a:solidFill>
            <a:schemeClr val="tx1"/>
          </a:solidFill>
          <a:latin typeface="+mj-lt"/>
          <a:ea typeface="+mj-ea"/>
          <a:cs typeface="+mj-cs"/>
        </a:defRPr>
      </a:lvl1pPr>
    </p:titleStyle>
    <p:bodyStyle>
      <a:lvl1pPr marL="141605" indent="-141605" algn="l" defTabSz="567055" rtl="0" eaLnBrk="1" latinLnBrk="0"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450" indent="-141605" algn="l" defTabSz="567055" rtl="0" eaLnBrk="1" latinLnBrk="0" hangingPunct="1">
        <a:lnSpc>
          <a:spcPct val="90000"/>
        </a:lnSpc>
        <a:spcBef>
          <a:spcPts val="310"/>
        </a:spcBef>
        <a:buFont typeface="Arial" panose="020B0604020202020204" pitchFamily="34" charset="0"/>
        <a:buChar char="•"/>
        <a:defRPr sz="1490" kern="1200">
          <a:solidFill>
            <a:schemeClr val="tx1"/>
          </a:solidFill>
          <a:latin typeface="+mn-lt"/>
          <a:ea typeface="+mn-ea"/>
          <a:cs typeface="+mn-cs"/>
        </a:defRPr>
      </a:lvl2pPr>
      <a:lvl3pPr marL="708660" indent="-141605" algn="l" defTabSz="567055"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2505" indent="-141605" algn="l" defTabSz="567055"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4pPr>
      <a:lvl5pPr marL="1275715" indent="-141605" algn="l" defTabSz="567055"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5pPr>
      <a:lvl6pPr marL="1559560" indent="-141605" algn="l" defTabSz="567055"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6pPr>
      <a:lvl7pPr marL="1842770" indent="-141605" algn="l" defTabSz="567055"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7pPr>
      <a:lvl8pPr marL="2126615" indent="-141605" algn="l" defTabSz="567055"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8pPr>
      <a:lvl9pPr marL="2409825" indent="-141605" algn="l" defTabSz="567055"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9pPr>
    </p:bodyStyle>
    <p:otherStyle>
      <a:defPPr>
        <a:defRPr lang="zh-CN"/>
      </a:defPPr>
      <a:lvl1pPr marL="0" algn="l" defTabSz="567055" rtl="0" eaLnBrk="1" latinLnBrk="0" hangingPunct="1">
        <a:defRPr sz="1115" kern="1200">
          <a:solidFill>
            <a:schemeClr val="tx1"/>
          </a:solidFill>
          <a:latin typeface="+mn-lt"/>
          <a:ea typeface="+mn-ea"/>
          <a:cs typeface="+mn-cs"/>
        </a:defRPr>
      </a:lvl1pPr>
      <a:lvl2pPr marL="283210" algn="l" defTabSz="567055" rtl="0" eaLnBrk="1" latinLnBrk="0" hangingPunct="1">
        <a:defRPr sz="1115" kern="1200">
          <a:solidFill>
            <a:schemeClr val="tx1"/>
          </a:solidFill>
          <a:latin typeface="+mn-lt"/>
          <a:ea typeface="+mn-ea"/>
          <a:cs typeface="+mn-cs"/>
        </a:defRPr>
      </a:lvl2pPr>
      <a:lvl3pPr marL="567055" algn="l" defTabSz="567055" rtl="0" eaLnBrk="1" latinLnBrk="0" hangingPunct="1">
        <a:defRPr sz="1115" kern="1200">
          <a:solidFill>
            <a:schemeClr val="tx1"/>
          </a:solidFill>
          <a:latin typeface="+mn-lt"/>
          <a:ea typeface="+mn-ea"/>
          <a:cs typeface="+mn-cs"/>
        </a:defRPr>
      </a:lvl3pPr>
      <a:lvl4pPr marL="850265" algn="l" defTabSz="567055" rtl="0" eaLnBrk="1" latinLnBrk="0" hangingPunct="1">
        <a:defRPr sz="1115" kern="1200">
          <a:solidFill>
            <a:schemeClr val="tx1"/>
          </a:solidFill>
          <a:latin typeface="+mn-lt"/>
          <a:ea typeface="+mn-ea"/>
          <a:cs typeface="+mn-cs"/>
        </a:defRPr>
      </a:lvl4pPr>
      <a:lvl5pPr marL="1134110" algn="l" defTabSz="567055" rtl="0" eaLnBrk="1" latinLnBrk="0" hangingPunct="1">
        <a:defRPr sz="1115" kern="1200">
          <a:solidFill>
            <a:schemeClr val="tx1"/>
          </a:solidFill>
          <a:latin typeface="+mn-lt"/>
          <a:ea typeface="+mn-ea"/>
          <a:cs typeface="+mn-cs"/>
        </a:defRPr>
      </a:lvl5pPr>
      <a:lvl6pPr marL="1417320" algn="l" defTabSz="567055" rtl="0" eaLnBrk="1" latinLnBrk="0" hangingPunct="1">
        <a:defRPr sz="1115" kern="1200">
          <a:solidFill>
            <a:schemeClr val="tx1"/>
          </a:solidFill>
          <a:latin typeface="+mn-lt"/>
          <a:ea typeface="+mn-ea"/>
          <a:cs typeface="+mn-cs"/>
        </a:defRPr>
      </a:lvl6pPr>
      <a:lvl7pPr marL="1701165" algn="l" defTabSz="567055" rtl="0" eaLnBrk="1" latinLnBrk="0" hangingPunct="1">
        <a:defRPr sz="1115" kern="1200">
          <a:solidFill>
            <a:schemeClr val="tx1"/>
          </a:solidFill>
          <a:latin typeface="+mn-lt"/>
          <a:ea typeface="+mn-ea"/>
          <a:cs typeface="+mn-cs"/>
        </a:defRPr>
      </a:lvl7pPr>
      <a:lvl8pPr marL="1984375" algn="l" defTabSz="567055" rtl="0" eaLnBrk="1" latinLnBrk="0" hangingPunct="1">
        <a:defRPr sz="1115" kern="1200">
          <a:solidFill>
            <a:schemeClr val="tx1"/>
          </a:solidFill>
          <a:latin typeface="+mn-lt"/>
          <a:ea typeface="+mn-ea"/>
          <a:cs typeface="+mn-cs"/>
        </a:defRPr>
      </a:lvl8pPr>
      <a:lvl9pPr marL="2268220" algn="l" defTabSz="567055" rtl="0" eaLnBrk="1" latinLnBrk="0" hangingPunct="1">
        <a:defRPr sz="11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3.png"/><Relationship Id="rId3" Type="http://schemas.openxmlformats.org/officeDocument/2006/relationships/tags" Target="../tags/tag1.xml"/><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24000">
              <a:srgbClr val="FCFBF9"/>
            </a:gs>
            <a:gs pos="66000">
              <a:srgbClr val="C4E5E8"/>
            </a:gs>
            <a:gs pos="100000">
              <a:srgbClr val="F0F0F0"/>
            </a:gs>
          </a:gsLst>
          <a:lin ang="5400000" scaled="1"/>
        </a:gradFill>
        <a:effectLst/>
      </p:bgPr>
    </p:bg>
    <p:spTree>
      <p:nvGrpSpPr>
        <p:cNvPr id="1" name=""/>
        <p:cNvGrpSpPr/>
        <p:nvPr/>
      </p:nvGrpSpPr>
      <p:grpSpPr>
        <a:xfrm>
          <a:off x="0" y="0"/>
          <a:ext cx="0" cy="0"/>
          <a:chOff x="0" y="0"/>
          <a:chExt cx="0" cy="0"/>
        </a:xfrm>
      </p:grpSpPr>
      <p:sp>
        <p:nvSpPr>
          <p:cNvPr id="9" name="矩形: 圆角 8"/>
          <p:cNvSpPr/>
          <p:nvPr/>
        </p:nvSpPr>
        <p:spPr>
          <a:xfrm>
            <a:off x="114935" y="1666240"/>
            <a:ext cx="7345680" cy="2054225"/>
          </a:xfrm>
          <a:prstGeom prst="roundRect">
            <a:avLst>
              <a:gd name="adj" fmla="val 9803"/>
            </a:avLst>
          </a:prstGeom>
          <a:solidFill>
            <a:schemeClr val="bg1"/>
          </a:solidFill>
          <a:ln w="19050">
            <a:solidFill>
              <a:srgbClr val="049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圆角 9"/>
          <p:cNvSpPr/>
          <p:nvPr/>
        </p:nvSpPr>
        <p:spPr>
          <a:xfrm>
            <a:off x="515620" y="1596390"/>
            <a:ext cx="6544310" cy="332740"/>
          </a:xfrm>
          <a:prstGeom prst="roundRect">
            <a:avLst/>
          </a:prstGeom>
          <a:solidFill>
            <a:srgbClr val="C5E5E8"/>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tx1">
                    <a:lumMod val="95000"/>
                    <a:lumOff val="5000"/>
                  </a:schemeClr>
                </a:solidFill>
                <a:latin typeface="Arial" panose="020B0604020202020204" pitchFamily="34" charset="0"/>
                <a:cs typeface="Arial" panose="020B0604020202020204" pitchFamily="34" charset="0"/>
              </a:rPr>
              <a:t>Introduction</a:t>
            </a:r>
            <a:endParaRPr lang="zh-CN" altLang="en-US" sz="1600" b="1" dirty="0">
              <a:solidFill>
                <a:schemeClr val="tx1">
                  <a:lumMod val="95000"/>
                  <a:lumOff val="5000"/>
                </a:schemeClr>
              </a:solidFill>
              <a:latin typeface="Arial" panose="020B0604020202020204" pitchFamily="34" charset="0"/>
              <a:cs typeface="Arial" panose="020B0604020202020204" pitchFamily="34" charset="0"/>
            </a:endParaRPr>
          </a:p>
        </p:txBody>
      </p:sp>
      <p:sp>
        <p:nvSpPr>
          <p:cNvPr id="12" name="矩形: 圆角 11"/>
          <p:cNvSpPr/>
          <p:nvPr/>
        </p:nvSpPr>
        <p:spPr>
          <a:xfrm>
            <a:off x="1087965" y="4472603"/>
            <a:ext cx="523261" cy="381418"/>
          </a:xfrm>
          <a:prstGeom prst="roundRect">
            <a:avLst/>
          </a:prstGeom>
          <a:solidFill>
            <a:srgbClr val="0499BC"/>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B95F19"/>
              </a:solidFill>
            </a:endParaRPr>
          </a:p>
        </p:txBody>
      </p:sp>
      <p:sp>
        <p:nvSpPr>
          <p:cNvPr id="23" name="文本框 22"/>
          <p:cNvSpPr txBox="1"/>
          <p:nvPr/>
        </p:nvSpPr>
        <p:spPr>
          <a:xfrm>
            <a:off x="2502155" y="172"/>
            <a:ext cx="5715207" cy="1106805"/>
          </a:xfrm>
          <a:prstGeom prst="rect">
            <a:avLst/>
          </a:prstGeom>
          <a:noFill/>
        </p:spPr>
        <p:txBody>
          <a:bodyPr wrap="square" rtlCol="0">
            <a:spAutoFit/>
          </a:bodyPr>
          <a:lstStyle/>
          <a:p>
            <a:r>
              <a:rPr lang="en-GB" altLang="zh-CN" sz="1200" b="1" dirty="0">
                <a:solidFill>
                  <a:schemeClr val="tx1"/>
                </a:solidFill>
              </a:rPr>
              <a:t>Group ID:</a:t>
            </a:r>
            <a:r>
              <a:rPr lang="en-GB" altLang="zh-CN" sz="1200" b="1" dirty="0"/>
              <a:t> L</a:t>
            </a:r>
            <a:endParaRPr lang="en-GB" altLang="zh-CN" sz="1200" b="1" dirty="0">
              <a:solidFill>
                <a:schemeClr val="tx1"/>
              </a:solidFill>
            </a:endParaRPr>
          </a:p>
          <a:p>
            <a:r>
              <a:rPr lang="en-GB" altLang="zh-CN" sz="1200" b="1" dirty="0">
                <a:solidFill>
                  <a:schemeClr val="tx1"/>
                </a:solidFill>
              </a:rPr>
              <a:t>Group Members: </a:t>
            </a:r>
            <a:r>
              <a:rPr lang="en-US" altLang="en-GB" sz="1200" b="1" dirty="0">
                <a:solidFill>
                  <a:schemeClr val="tx1"/>
                </a:solidFill>
              </a:rPr>
              <a:t>  </a:t>
            </a:r>
            <a:r>
              <a:rPr lang="en-GB" altLang="zh-CN" sz="1200" b="1" dirty="0">
                <a:solidFill>
                  <a:schemeClr val="tx1"/>
                </a:solidFill>
              </a:rPr>
              <a:t>[Lu Ren     20319096]    [</a:t>
            </a:r>
            <a:r>
              <a:rPr lang="en-GB" altLang="zh-CN" sz="1200" b="1" dirty="0" err="1">
                <a:solidFill>
                  <a:schemeClr val="tx1"/>
                </a:solidFill>
              </a:rPr>
              <a:t>Haorong</a:t>
            </a:r>
            <a:r>
              <a:rPr lang="en-GB" altLang="zh-CN" sz="1200" b="1" dirty="0">
                <a:solidFill>
                  <a:schemeClr val="tx1"/>
                </a:solidFill>
              </a:rPr>
              <a:t> Liang 20321126]      </a:t>
            </a:r>
            <a:endParaRPr lang="en-GB" altLang="zh-CN" sz="1200" b="1" dirty="0">
              <a:solidFill>
                <a:schemeClr val="tx1"/>
              </a:solidFill>
            </a:endParaRPr>
          </a:p>
          <a:p>
            <a:r>
              <a:rPr lang="en-GB" altLang="zh-CN" sz="1200" b="1" dirty="0"/>
              <a:t>                            </a:t>
            </a:r>
            <a:r>
              <a:rPr lang="en-US" altLang="en-GB" sz="1200" b="1" dirty="0"/>
              <a:t>  </a:t>
            </a:r>
            <a:r>
              <a:rPr lang="en-GB" altLang="zh-CN" sz="1200" b="1" dirty="0"/>
              <a:t> [</a:t>
            </a:r>
            <a:r>
              <a:rPr lang="en-GB" altLang="zh-CN" sz="1200" b="1" dirty="0" err="1"/>
              <a:t>Zixin</a:t>
            </a:r>
            <a:r>
              <a:rPr lang="en-GB" altLang="zh-CN" sz="1200" b="1" dirty="0"/>
              <a:t> Zhu</a:t>
            </a:r>
            <a:r>
              <a:rPr lang="en-GB" altLang="zh-CN" sz="1200" b="1" dirty="0">
                <a:solidFill>
                  <a:schemeClr val="tx1"/>
                </a:solidFill>
              </a:rPr>
              <a:t> 20318189]   </a:t>
            </a:r>
            <a:r>
              <a:rPr lang="en-US" altLang="en-GB" sz="1200" b="1" dirty="0">
                <a:solidFill>
                  <a:schemeClr val="tx1"/>
                </a:solidFill>
              </a:rPr>
              <a:t> </a:t>
            </a:r>
            <a:r>
              <a:rPr lang="en-GB" altLang="zh-CN" sz="1200" b="1" dirty="0">
                <a:solidFill>
                  <a:schemeClr val="tx1"/>
                </a:solidFill>
              </a:rPr>
              <a:t>[</a:t>
            </a:r>
            <a:r>
              <a:rPr lang="en-GB" altLang="zh-CN" sz="1200" b="1" dirty="0" err="1">
                <a:solidFill>
                  <a:schemeClr val="tx1"/>
                </a:solidFill>
              </a:rPr>
              <a:t>Xingchen</a:t>
            </a:r>
            <a:r>
              <a:rPr lang="en-GB" altLang="zh-CN" sz="1200" b="1" dirty="0">
                <a:solidFill>
                  <a:schemeClr val="tx1"/>
                </a:solidFill>
              </a:rPr>
              <a:t> Tian  20319449]	</a:t>
            </a:r>
            <a:endParaRPr lang="en-GB" altLang="zh-CN" sz="1200" b="1" dirty="0">
              <a:solidFill>
                <a:schemeClr val="tx1"/>
              </a:solidFill>
            </a:endParaRPr>
          </a:p>
          <a:p>
            <a:r>
              <a:rPr lang="en-GB" altLang="zh-CN" sz="1200" b="1" dirty="0">
                <a:solidFill>
                  <a:schemeClr val="tx1"/>
                </a:solidFill>
              </a:rPr>
              <a:t>Module: Coursework 3 </a:t>
            </a:r>
            <a:r>
              <a:rPr lang="en-US" altLang="zh-CN" sz="1200" b="1" dirty="0">
                <a:solidFill>
                  <a:schemeClr val="tx1"/>
                </a:solidFill>
              </a:rPr>
              <a:t>EEEE2068 CET B (Autumn 2022-23)</a:t>
            </a:r>
            <a:endParaRPr lang="en-GB" altLang="zh-CN" sz="1200" b="1" dirty="0">
              <a:solidFill>
                <a:schemeClr val="tx1"/>
              </a:solidFill>
            </a:endParaRPr>
          </a:p>
          <a:p>
            <a:pPr>
              <a:lnSpc>
                <a:spcPct val="150000"/>
              </a:lnSpc>
            </a:pPr>
            <a:endParaRPr lang="zh-CN" altLang="en-US" sz="1200" b="1" dirty="0">
              <a:latin typeface="Arial" panose="020B0604020202020204" pitchFamily="34" charset="0"/>
              <a:cs typeface="Arial" panose="020B0604020202020204" pitchFamily="34" charset="0"/>
            </a:endParaRPr>
          </a:p>
        </p:txBody>
      </p:sp>
      <p:sp>
        <p:nvSpPr>
          <p:cNvPr id="5" name="矩形: 圆角 4"/>
          <p:cNvSpPr/>
          <p:nvPr/>
        </p:nvSpPr>
        <p:spPr>
          <a:xfrm>
            <a:off x="114935" y="3951605"/>
            <a:ext cx="4245610" cy="5803900"/>
          </a:xfrm>
          <a:prstGeom prst="roundRect">
            <a:avLst>
              <a:gd name="adj" fmla="val 5815"/>
            </a:avLst>
          </a:prstGeom>
          <a:solidFill>
            <a:schemeClr val="bg1"/>
          </a:solidFill>
          <a:ln w="19050">
            <a:solidFill>
              <a:srgbClr val="049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矩形: 圆角 12"/>
          <p:cNvSpPr/>
          <p:nvPr/>
        </p:nvSpPr>
        <p:spPr>
          <a:xfrm>
            <a:off x="4455160" y="3971290"/>
            <a:ext cx="3014345" cy="3399790"/>
          </a:xfrm>
          <a:prstGeom prst="roundRect">
            <a:avLst>
              <a:gd name="adj" fmla="val 7710"/>
            </a:avLst>
          </a:prstGeom>
          <a:solidFill>
            <a:schemeClr val="bg1"/>
          </a:solidFill>
          <a:ln w="19050">
            <a:solidFill>
              <a:srgbClr val="049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689244" y="3880786"/>
            <a:ext cx="3097230" cy="340227"/>
          </a:xfrm>
          <a:prstGeom prst="roundRect">
            <a:avLst/>
          </a:prstGeom>
          <a:solidFill>
            <a:srgbClr val="C5E5E8"/>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tx1">
                    <a:lumMod val="95000"/>
                    <a:lumOff val="5000"/>
                  </a:schemeClr>
                </a:solidFill>
                <a:latin typeface="Arial" panose="020B0604020202020204" pitchFamily="34" charset="0"/>
                <a:cs typeface="Arial" panose="020B0604020202020204" pitchFamily="34" charset="0"/>
              </a:rPr>
              <a:t>Problems &amp; Solutions</a:t>
            </a:r>
            <a:endParaRPr lang="zh-CN" altLang="en-US" sz="1600" b="1" dirty="0">
              <a:solidFill>
                <a:schemeClr val="tx1">
                  <a:lumMod val="95000"/>
                  <a:lumOff val="5000"/>
                </a:schemeClr>
              </a:solidFill>
              <a:latin typeface="Arial" panose="020B0604020202020204" pitchFamily="34" charset="0"/>
              <a:cs typeface="Arial" panose="020B0604020202020204" pitchFamily="34" charset="0"/>
            </a:endParaRPr>
          </a:p>
        </p:txBody>
      </p:sp>
      <p:pic>
        <p:nvPicPr>
          <p:cNvPr id="27" name="图片 26"/>
          <p:cNvPicPr>
            <a:picLocks noChangeAspect="1"/>
          </p:cNvPicPr>
          <p:nvPr/>
        </p:nvPicPr>
        <p:blipFill rotWithShape="1">
          <a:blip r:embed="rId1"/>
          <a:srcRect t="3542" b="7568"/>
          <a:stretch>
            <a:fillRect/>
          </a:stretch>
        </p:blipFill>
        <p:spPr>
          <a:xfrm>
            <a:off x="0" y="0"/>
            <a:ext cx="1899920" cy="681990"/>
          </a:xfrm>
          <a:prstGeom prst="rect">
            <a:avLst/>
          </a:prstGeom>
        </p:spPr>
      </p:pic>
      <p:sp>
        <p:nvSpPr>
          <p:cNvPr id="29" name="文本框 28"/>
          <p:cNvSpPr txBox="1"/>
          <p:nvPr/>
        </p:nvSpPr>
        <p:spPr>
          <a:xfrm>
            <a:off x="53975" y="9754235"/>
            <a:ext cx="7444105" cy="922020"/>
          </a:xfrm>
          <a:prstGeom prst="rect">
            <a:avLst/>
          </a:prstGeom>
          <a:noFill/>
        </p:spPr>
        <p:txBody>
          <a:bodyPr wrap="square" rtlCol="0">
            <a:spAutoFit/>
          </a:bodyPr>
          <a:lstStyle/>
          <a:p>
            <a:pPr algn="just"/>
            <a:r>
              <a:rPr lang="en-US" altLang="zh-CN" sz="1400" b="1" dirty="0">
                <a:latin typeface="Arial" panose="020B0604020202020204" pitchFamily="34" charset="0"/>
                <a:cs typeface="Arial" panose="020B0604020202020204" pitchFamily="34" charset="0"/>
              </a:rPr>
              <a:t>References</a:t>
            </a:r>
            <a:r>
              <a:rPr lang="en-US" altLang="zh-CN" sz="1400" dirty="0">
                <a:latin typeface="Arial" panose="020B0604020202020204" pitchFamily="34" charset="0"/>
                <a:cs typeface="Arial" panose="020B0604020202020204" pitchFamily="34" charset="0"/>
              </a:rPr>
              <a:t>  </a:t>
            </a:r>
            <a:r>
              <a:rPr lang="en-US" altLang="zh-CN" sz="1000" dirty="0">
                <a:latin typeface="Arial" panose="020B0604020202020204" pitchFamily="34" charset="0"/>
                <a:cs typeface="Arial" panose="020B0604020202020204" pitchFamily="34" charset="0"/>
              </a:rPr>
              <a:t>[1] Bocci, T., Restani, L., Caleo, M., De Rosa, A., Rossi, S., &amp; Sartucci, F. (2018). Platform Session – NIBS: Altered recovery from inhibitory repetitive transcranial magnetic stimulation (rTMS) in subjects with photosensitive epilepsy. Clinical Neurophysiology, 129, E227-E228. [2] 3.Sugimoto, Y., &amp; Imaizumi, S. (2022). An Extension of Reversible Image Enhancement Processing for Saturation and Brightness Contrast. Journal of Imaging, 8(2), 27. [3] 2.Kostková, J., Flusser, J., Lébl, M., &amp; Pedone, M. (2020). Handling Gaussian blur without deconvolution. Pattern Recognition, 103, 107264.</a:t>
            </a:r>
            <a:endParaRPr lang="en-US" altLang="zh-CN" sz="1000" dirty="0">
              <a:latin typeface="Arial" panose="020B0604020202020204" pitchFamily="34" charset="0"/>
              <a:cs typeface="Arial" panose="020B0604020202020204" pitchFamily="34" charset="0"/>
            </a:endParaRPr>
          </a:p>
        </p:txBody>
      </p:sp>
      <p:sp>
        <p:nvSpPr>
          <p:cNvPr id="18" name="矩形: 圆角 17"/>
          <p:cNvSpPr/>
          <p:nvPr/>
        </p:nvSpPr>
        <p:spPr>
          <a:xfrm>
            <a:off x="4455795" y="7618730"/>
            <a:ext cx="3013710" cy="2135505"/>
          </a:xfrm>
          <a:prstGeom prst="roundRect">
            <a:avLst>
              <a:gd name="adj" fmla="val 10620"/>
            </a:avLst>
          </a:prstGeom>
          <a:solidFill>
            <a:schemeClr val="bg1"/>
          </a:solidFill>
          <a:ln w="19050">
            <a:solidFill>
              <a:srgbClr val="049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圆角 29"/>
          <p:cNvSpPr/>
          <p:nvPr/>
        </p:nvSpPr>
        <p:spPr>
          <a:xfrm>
            <a:off x="4919345" y="7529830"/>
            <a:ext cx="2076450" cy="320040"/>
          </a:xfrm>
          <a:prstGeom prst="roundRect">
            <a:avLst/>
          </a:prstGeom>
          <a:solidFill>
            <a:srgbClr val="C5E5E8"/>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kern="100" dirty="0">
                <a:solidFill>
                  <a:schemeClr val="tx1">
                    <a:lumMod val="95000"/>
                    <a:lumOff val="5000"/>
                  </a:schemeClr>
                </a:solidFill>
                <a:effectLst/>
                <a:latin typeface="Arial" panose="020B0604020202020204" pitchFamily="34" charset="0"/>
                <a:ea typeface="宋体" panose="02010600030101010101" pitchFamily="2" charset="-122"/>
                <a:cs typeface="Arial" panose="020B0604020202020204" pitchFamily="34" charset="0"/>
              </a:rPr>
              <a:t> Pictures </a:t>
            </a:r>
            <a:endParaRPr lang="zh-CN" altLang="zh-CN" sz="1600" b="1" kern="100" dirty="0">
              <a:solidFill>
                <a:schemeClr val="tx1">
                  <a:lumMod val="95000"/>
                  <a:lumOff val="5000"/>
                </a:schemeClr>
              </a:solidFill>
              <a:effectLst/>
              <a:latin typeface="Arial" panose="020B0604020202020204" pitchFamily="34" charset="0"/>
              <a:ea typeface="宋体" panose="02010600030101010101" pitchFamily="2" charset="-122"/>
              <a:cs typeface="Arial" panose="020B0604020202020204" pitchFamily="34" charset="0"/>
            </a:endParaRPr>
          </a:p>
        </p:txBody>
      </p:sp>
      <p:pic>
        <p:nvPicPr>
          <p:cNvPr id="17" name="图片 16"/>
          <p:cNvPicPr>
            <a:picLocks noChangeAspect="1"/>
          </p:cNvPicPr>
          <p:nvPr/>
        </p:nvPicPr>
        <p:blipFill>
          <a:blip r:embed="rId2"/>
          <a:stretch>
            <a:fillRect/>
          </a:stretch>
        </p:blipFill>
        <p:spPr>
          <a:xfrm>
            <a:off x="-1" y="780103"/>
            <a:ext cx="7559675" cy="717730"/>
          </a:xfrm>
          <a:prstGeom prst="rect">
            <a:avLst/>
          </a:prstGeom>
        </p:spPr>
      </p:pic>
      <p:sp>
        <p:nvSpPr>
          <p:cNvPr id="21" name="文本框 20"/>
          <p:cNvSpPr txBox="1"/>
          <p:nvPr/>
        </p:nvSpPr>
        <p:spPr>
          <a:xfrm>
            <a:off x="-727503" y="739144"/>
            <a:ext cx="8197229" cy="829945"/>
          </a:xfrm>
          <a:prstGeom prst="rect">
            <a:avLst/>
          </a:prstGeom>
          <a:noFill/>
        </p:spPr>
        <p:txBody>
          <a:bodyPr wrap="square" rtlCol="0">
            <a:spAutoFit/>
          </a:bodyPr>
          <a:lstStyle/>
          <a:p>
            <a:pPr algn="ctr"/>
            <a:r>
              <a:rPr lang="en-US" altLang="zh-CN" sz="2400" b="1" dirty="0">
                <a:solidFill>
                  <a:schemeClr val="bg1"/>
                </a:solidFill>
                <a:latin typeface="Arial" panose="020B0604020202020204" pitchFamily="34" charset="0"/>
                <a:cs typeface="Arial" panose="020B0604020202020204" pitchFamily="34" charset="0"/>
              </a:rPr>
              <a:t>    Guard of Photosensitive Epilepsy (GoPE)</a:t>
            </a:r>
            <a:endParaRPr lang="en-US" altLang="zh-CN" sz="2400" b="1" dirty="0">
              <a:solidFill>
                <a:schemeClr val="bg1"/>
              </a:solidFill>
              <a:latin typeface="Arial" panose="020B0604020202020204" pitchFamily="34" charset="0"/>
              <a:cs typeface="Arial" panose="020B0604020202020204" pitchFamily="34" charset="0"/>
            </a:endParaRPr>
          </a:p>
          <a:p>
            <a:r>
              <a:rPr lang="en-US" altLang="zh-CN" sz="2400" b="1" dirty="0">
                <a:solidFill>
                  <a:schemeClr val="bg1"/>
                </a:solidFill>
                <a:latin typeface="Arial" panose="020B0604020202020204" pitchFamily="34" charset="0"/>
                <a:cs typeface="Arial" panose="020B0604020202020204" pitchFamily="34" charset="0"/>
              </a:rPr>
              <a:t>                                               </a:t>
            </a:r>
            <a:r>
              <a:rPr lang="en-US" altLang="zh-CN" b="1" dirty="0">
                <a:solidFill>
                  <a:schemeClr val="bg1"/>
                </a:solidFill>
                <a:latin typeface="Arial" panose="020B0604020202020204" pitchFamily="34" charset="0"/>
                <a:cs typeface="Arial" panose="020B0604020202020204" pitchFamily="34" charset="0"/>
              </a:rPr>
              <a:t>-- Smart Optical Processing Plugin </a:t>
            </a:r>
            <a:endParaRPr lang="zh-CN" altLang="en-US" sz="2400" b="1" dirty="0">
              <a:solidFill>
                <a:schemeClr val="bg1"/>
              </a:solidFill>
              <a:latin typeface="Arial" panose="020B0604020202020204" pitchFamily="34" charset="0"/>
              <a:cs typeface="Arial" panose="020B0604020202020204" pitchFamily="34" charset="0"/>
            </a:endParaRPr>
          </a:p>
        </p:txBody>
      </p:sp>
      <p:sp>
        <p:nvSpPr>
          <p:cNvPr id="36" name="文本框 35"/>
          <p:cNvSpPr txBox="1"/>
          <p:nvPr/>
        </p:nvSpPr>
        <p:spPr>
          <a:xfrm>
            <a:off x="4455795" y="4229735"/>
            <a:ext cx="3013710" cy="3202305"/>
          </a:xfrm>
          <a:prstGeom prst="rect">
            <a:avLst/>
          </a:prstGeom>
          <a:noFill/>
        </p:spPr>
        <p:txBody>
          <a:bodyPr wrap="square" rtlCol="0">
            <a:noAutofit/>
          </a:bodyPr>
          <a:lstStyle/>
          <a:p>
            <a:pPr algn="just"/>
            <a:r>
              <a:rPr lang="en-US" altLang="zh-CN" sz="1100" kern="100" dirty="0">
                <a:effectLst/>
                <a:latin typeface="Arial" panose="020B0604020202020204" pitchFamily="34" charset="0"/>
                <a:ea typeface="宋体" panose="02010600030101010101" pitchFamily="2" charset="-122"/>
                <a:cs typeface="Arial" panose="020B0604020202020204" pitchFamily="34" charset="0"/>
              </a:rPr>
              <a:t>Existing prevention of PPE is limited to wearing dark glasses and taking drugs. </a:t>
            </a:r>
            <a:r>
              <a:rPr lang="en-US" altLang="zh-CN" sz="1100" kern="100" dirty="0">
                <a:effectLst/>
                <a:latin typeface="Arial" panose="020B0604020202020204" pitchFamily="34" charset="0"/>
                <a:ea typeface="宋体" panose="02010600030101010101" pitchFamily="2" charset="-122"/>
                <a:cs typeface="Arial" panose="020B0604020202020204" pitchFamily="34" charset="0"/>
                <a:sym typeface="+mn-ea"/>
              </a:rPr>
              <a:t>GoPE</a:t>
            </a:r>
            <a:r>
              <a:rPr lang="en-US" altLang="zh-CN" sz="1100" kern="100" dirty="0">
                <a:effectLst/>
                <a:latin typeface="Arial" panose="020B0604020202020204" pitchFamily="34" charset="0"/>
                <a:ea typeface="宋体" panose="02010600030101010101" pitchFamily="2" charset="-122"/>
                <a:cs typeface="Arial" panose="020B0604020202020204" pitchFamily="34" charset="0"/>
              </a:rPr>
              <a:t> is </a:t>
            </a:r>
            <a:r>
              <a:rPr lang="en-US" altLang="zh-CN" sz="1100" b="1" kern="100" dirty="0">
                <a:effectLst/>
                <a:latin typeface="Arial" panose="020B0604020202020204" pitchFamily="34" charset="0"/>
                <a:ea typeface="宋体" panose="02010600030101010101" pitchFamily="2" charset="-122"/>
                <a:cs typeface="Arial" panose="020B0604020202020204" pitchFamily="34" charset="0"/>
              </a:rPr>
              <a:t>the first product</a:t>
            </a:r>
            <a:r>
              <a:rPr lang="en-US" altLang="zh-CN" sz="1100" kern="100" dirty="0">
                <a:effectLst/>
                <a:latin typeface="Arial" panose="020B0604020202020204" pitchFamily="34" charset="0"/>
                <a:ea typeface="宋体" panose="02010600030101010101" pitchFamily="2" charset="-122"/>
                <a:cs typeface="Arial" panose="020B0604020202020204" pitchFamily="34" charset="0"/>
              </a:rPr>
              <a:t> tailored for people with photosensitive epilepsy. It integrates the adjustment of screen parameters with various image processing. Compared with common optical adjustment apps, setting of processing parameters in </a:t>
            </a:r>
            <a:r>
              <a:rPr lang="en-US" altLang="zh-CN" sz="1100" kern="100" dirty="0">
                <a:effectLst/>
                <a:latin typeface="Arial" panose="020B0604020202020204" pitchFamily="34" charset="0"/>
                <a:ea typeface="宋体" panose="02010600030101010101" pitchFamily="2" charset="-122"/>
                <a:cs typeface="Arial" panose="020B0604020202020204" pitchFamily="34" charset="0"/>
                <a:sym typeface="+mn-ea"/>
              </a:rPr>
              <a:t>GoPE </a:t>
            </a:r>
            <a:r>
              <a:rPr lang="en-US" altLang="zh-CN" sz="1100" kern="100" dirty="0">
                <a:effectLst/>
                <a:latin typeface="Arial" panose="020B0604020202020204" pitchFamily="34" charset="0"/>
                <a:ea typeface="宋体" panose="02010600030101010101" pitchFamily="2" charset="-122"/>
                <a:cs typeface="Arial" panose="020B0604020202020204" pitchFamily="34" charset="0"/>
              </a:rPr>
              <a:t>has a safety limitation  for patients. It is also able to automatically process the brightness of specific pixels frame by frame, thereby being more targeted to reduce the changing rate </a:t>
            </a:r>
            <a:r>
              <a:rPr lang="en-US" altLang="zh-CN" sz="1100" kern="100" dirty="0" err="1">
                <a:effectLst/>
                <a:latin typeface="Arial" panose="020B0604020202020204" pitchFamily="34" charset="0"/>
                <a:ea typeface="宋体" panose="02010600030101010101" pitchFamily="2" charset="-122"/>
                <a:cs typeface="Arial" panose="020B0604020202020204" pitchFamily="34" charset="0"/>
              </a:rPr>
              <a:t>of</a:t>
            </a:r>
            <a:r>
              <a:rPr lang="en-US" altLang="zh-CN" sz="1100" kern="100" dirty="0">
                <a:effectLst/>
                <a:latin typeface="Arial" panose="020B0604020202020204" pitchFamily="34" charset="0"/>
                <a:ea typeface="宋体" panose="02010600030101010101" pitchFamily="2" charset="-122"/>
                <a:cs typeface="Arial" panose="020B0604020202020204" pitchFamily="34" charset="0"/>
              </a:rPr>
              <a:t> brightness, contrast and contour sharpness of the screen. The voice reminder for regular rest plays an important role in preventing seizures. Moreover, the function of emergency calls can help unfortunate patients with a seizure receive the most timely treatment. </a:t>
            </a:r>
            <a:endParaRPr lang="zh-CN" altLang="zh-CN" sz="1100" kern="100" dirty="0">
              <a:effectLst/>
              <a:latin typeface="Arial" panose="020B0604020202020204" pitchFamily="34" charset="0"/>
              <a:ea typeface="宋体" panose="02010600030101010101" pitchFamily="2" charset="-122"/>
              <a:cs typeface="Arial" panose="020B0604020202020204" pitchFamily="34" charset="0"/>
            </a:endParaRPr>
          </a:p>
          <a:p>
            <a:pPr algn="just"/>
            <a:endParaRPr lang="zh-CN" altLang="en-US" sz="1100" dirty="0">
              <a:latin typeface="Arial" panose="020B0604020202020204" pitchFamily="34" charset="0"/>
              <a:cs typeface="Arial" panose="020B0604020202020204" pitchFamily="34" charset="0"/>
            </a:endParaRPr>
          </a:p>
        </p:txBody>
      </p:sp>
      <p:sp>
        <p:nvSpPr>
          <p:cNvPr id="2" name="文本框 1"/>
          <p:cNvSpPr txBox="1"/>
          <p:nvPr/>
        </p:nvSpPr>
        <p:spPr>
          <a:xfrm>
            <a:off x="193040" y="4220845"/>
            <a:ext cx="4105910" cy="5598160"/>
          </a:xfrm>
          <a:prstGeom prst="rect">
            <a:avLst/>
          </a:prstGeom>
          <a:noFill/>
        </p:spPr>
        <p:txBody>
          <a:bodyPr wrap="square" rtlCol="0">
            <a:noAutofit/>
          </a:bodyPr>
          <a:p>
            <a:pPr indent="0" algn="just" fontAlgn="auto">
              <a:spcAft>
                <a:spcPts val="300"/>
              </a:spcAft>
              <a:buClrTx/>
              <a:buSzTx/>
              <a:buFontTx/>
            </a:pPr>
            <a:r>
              <a:rPr lang="en-US" altLang="zh-CN" sz="1100" b="1" kern="100" dirty="0">
                <a:effectLst/>
                <a:latin typeface="Arial" panose="020B0604020202020204" pitchFamily="34" charset="0"/>
                <a:ea typeface="宋体" panose="02010600030101010101" pitchFamily="2" charset="-122"/>
                <a:cs typeface="Arial" panose="020B0604020202020204" pitchFamily="34" charset="0"/>
              </a:rPr>
              <a:t>Function 1：Reducing brightness &amp; refresh rate.</a:t>
            </a:r>
            <a:r>
              <a:rPr lang="en-US" altLang="zh-CN" sz="1100" kern="100" dirty="0">
                <a:effectLst/>
                <a:latin typeface="Arial" panose="020B0604020202020204" pitchFamily="34" charset="0"/>
                <a:ea typeface="宋体" panose="02010600030101010101" pitchFamily="2" charset="-122"/>
                <a:cs typeface="Arial" panose="020B0604020202020204" pitchFamily="34" charset="0"/>
              </a:rPr>
              <a:t> The rapid switching brightness, especially flashing light, is the main trigger of PPE. However, there are frequent muzzle flash and explosions in FPS games. The pictures of MOBA/ACT games always have rapid refresh rate and exaggerated visual effects. To reduce this kind of risk, in addition to lowering the screen’s overall brightness and refresh rates, GoPE can reduce the brightness of pixels whose brightness exceeds the safety limit. Moreover, GoPE can reduce the brightness variation to 10% of the original if a significant brightness change is detected in some local pixels of some frames.</a:t>
            </a:r>
            <a:endParaRPr lang="en-US" altLang="zh-CN" sz="1100" kern="100" dirty="0">
              <a:effectLst/>
              <a:latin typeface="Arial" panose="020B0604020202020204" pitchFamily="34" charset="0"/>
              <a:ea typeface="宋体" panose="02010600030101010101" pitchFamily="2" charset="-122"/>
              <a:cs typeface="Arial" panose="020B0604020202020204" pitchFamily="34" charset="0"/>
            </a:endParaRPr>
          </a:p>
          <a:p>
            <a:pPr indent="0" algn="just" fontAlgn="auto">
              <a:spcAft>
                <a:spcPts val="300"/>
              </a:spcAft>
              <a:buClrTx/>
              <a:buSzTx/>
              <a:buFontTx/>
            </a:pPr>
            <a:r>
              <a:rPr lang="en-US" altLang="zh-CN" sz="1100" b="1" kern="100" dirty="0">
                <a:effectLst/>
                <a:latin typeface="Arial" panose="020B0604020202020204" pitchFamily="34" charset="0"/>
                <a:ea typeface="宋体" panose="02010600030101010101" pitchFamily="2" charset="-122"/>
                <a:cs typeface="Arial" panose="020B0604020202020204" pitchFamily="34" charset="0"/>
              </a:rPr>
              <a:t>Function 2：Reducing colour contrast.</a:t>
            </a:r>
            <a:r>
              <a:rPr lang="en-US" altLang="zh-CN" sz="1100" kern="100" dirty="0">
                <a:effectLst/>
                <a:latin typeface="Arial" panose="020B0604020202020204" pitchFamily="34" charset="0"/>
                <a:ea typeface="宋体" panose="02010600030101010101" pitchFamily="2" charset="-122"/>
                <a:cs typeface="Arial" panose="020B0604020202020204" pitchFamily="34" charset="0"/>
              </a:rPr>
              <a:t> Another cause of PPE is the high contrast of pictures. GoPE can automatically reduce the luminance difference between bright and dark pixels, reducing color contrast. After processing, the frames are less bright-coloured and thus have less stimulation to patients.</a:t>
            </a:r>
            <a:endParaRPr lang="en-US" altLang="zh-CN" sz="1100" b="1" kern="100" dirty="0">
              <a:effectLst/>
              <a:latin typeface="Arial" panose="020B0604020202020204" pitchFamily="34" charset="0"/>
              <a:ea typeface="宋体" panose="02010600030101010101" pitchFamily="2" charset="-122"/>
              <a:cs typeface="Arial" panose="020B0604020202020204" pitchFamily="34" charset="0"/>
            </a:endParaRPr>
          </a:p>
          <a:p>
            <a:pPr indent="0" algn="just" fontAlgn="auto">
              <a:spcAft>
                <a:spcPts val="300"/>
              </a:spcAft>
              <a:buClrTx/>
              <a:buSzTx/>
              <a:buFontTx/>
            </a:pPr>
            <a:r>
              <a:rPr lang="en-US" altLang="zh-CN" sz="1100" b="1" kern="100" dirty="0">
                <a:effectLst/>
                <a:latin typeface="Arial" panose="020B0604020202020204" pitchFamily="34" charset="0"/>
                <a:ea typeface="宋体" panose="02010600030101010101" pitchFamily="2" charset="-122"/>
                <a:cs typeface="Arial" panose="020B0604020202020204" pitchFamily="34" charset="0"/>
              </a:rPr>
              <a:t>Function 3：Blurring the contours. </a:t>
            </a:r>
            <a:r>
              <a:rPr lang="en-US" altLang="zh-CN" sz="1100" kern="100" dirty="0">
                <a:effectLst/>
                <a:latin typeface="Arial" panose="020B0604020202020204" pitchFamily="34" charset="0"/>
                <a:ea typeface="宋体" panose="02010600030101010101" pitchFamily="2" charset="-122"/>
                <a:cs typeface="Arial" panose="020B0604020202020204" pitchFamily="34" charset="0"/>
              </a:rPr>
              <a:t>Some specific contours also are found to trigger PPE. GoPE uses high-precision detection for edges and applies Gaussian Blur algorithm to smooth images. The visual shock of sharp outlines can be significantly lessened after processing with GoPE.</a:t>
            </a:r>
            <a:endParaRPr lang="en-US" altLang="zh-CN" sz="1100" kern="100" dirty="0">
              <a:effectLst/>
              <a:latin typeface="Arial" panose="020B0604020202020204" pitchFamily="34" charset="0"/>
              <a:ea typeface="宋体" panose="02010600030101010101" pitchFamily="2" charset="-122"/>
              <a:cs typeface="Arial" panose="020B0604020202020204" pitchFamily="34" charset="0"/>
            </a:endParaRPr>
          </a:p>
          <a:p>
            <a:pPr indent="0" algn="just" fontAlgn="auto">
              <a:spcAft>
                <a:spcPts val="300"/>
              </a:spcAft>
              <a:buClrTx/>
              <a:buSzTx/>
              <a:buFontTx/>
            </a:pPr>
            <a:r>
              <a:rPr lang="en-US" altLang="zh-CN" sz="1100" b="1" kern="100" dirty="0">
                <a:effectLst/>
                <a:latin typeface="Arial" panose="020B0604020202020204" pitchFamily="34" charset="0"/>
                <a:ea typeface="宋体" panose="02010600030101010101" pitchFamily="2" charset="-122"/>
                <a:cs typeface="Arial" panose="020B0604020202020204" pitchFamily="34" charset="0"/>
              </a:rPr>
              <a:t>Function 4: User- defined setting. </a:t>
            </a:r>
            <a:r>
              <a:rPr lang="en-US" altLang="zh-CN" sz="1100" kern="100" dirty="0">
                <a:effectLst/>
                <a:latin typeface="Arial" panose="020B0604020202020204" pitchFamily="34" charset="0"/>
                <a:ea typeface="宋体" panose="02010600030101010101" pitchFamily="2" charset="-122"/>
                <a:cs typeface="Arial" panose="020B0604020202020204" pitchFamily="34" charset="0"/>
              </a:rPr>
              <a:t>Considering different users may have different needs when playing different games, GoPE allows users to set contrast, refresh rate, etc. However, to protect users’ health, all parameters cannot exceed the safety range. There is also a recommended setting for each game. </a:t>
            </a:r>
            <a:endParaRPr lang="en-US" altLang="zh-CN" sz="1100" kern="100" dirty="0">
              <a:effectLst/>
              <a:latin typeface="Arial" panose="020B0604020202020204" pitchFamily="34" charset="0"/>
              <a:ea typeface="宋体" panose="02010600030101010101" pitchFamily="2" charset="-122"/>
              <a:cs typeface="Arial" panose="020B0604020202020204" pitchFamily="34" charset="0"/>
            </a:endParaRPr>
          </a:p>
          <a:p>
            <a:pPr indent="0" algn="just" fontAlgn="auto">
              <a:spcAft>
                <a:spcPts val="300"/>
              </a:spcAft>
              <a:buClrTx/>
              <a:buSzTx/>
              <a:buFontTx/>
            </a:pPr>
            <a:r>
              <a:rPr lang="en-US" altLang="zh-CN" sz="1100" b="1" kern="100" dirty="0">
                <a:effectLst/>
                <a:latin typeface="Arial" panose="020B0604020202020204" pitchFamily="34" charset="0"/>
                <a:ea typeface="宋体" panose="02010600030101010101" pitchFamily="2" charset="-122"/>
                <a:cs typeface="Arial" panose="020B0604020202020204" pitchFamily="34" charset="0"/>
              </a:rPr>
              <a:t>Function 5: Emergency call.</a:t>
            </a:r>
            <a:r>
              <a:rPr lang="en-US" altLang="zh-CN" sz="1100" kern="100" dirty="0">
                <a:effectLst/>
                <a:latin typeface="Arial" panose="020B0604020202020204" pitchFamily="34" charset="0"/>
                <a:ea typeface="宋体" panose="02010600030101010101" pitchFamily="2" charset="-122"/>
                <a:cs typeface="Arial" panose="020B0604020202020204" pitchFamily="34" charset="0"/>
              </a:rPr>
              <a:t> </a:t>
            </a:r>
            <a:r>
              <a:rPr lang="en-US" altLang="zh-CN" sz="1100" kern="100" dirty="0">
                <a:effectLst/>
                <a:latin typeface="Arial" panose="020B0604020202020204" pitchFamily="34" charset="0"/>
                <a:ea typeface="宋体" panose="02010600030101010101" pitchFamily="2" charset="-122"/>
                <a:cs typeface="Arial" panose="020B0604020202020204" pitchFamily="34" charset="0"/>
                <a:sym typeface="+mn-ea"/>
              </a:rPr>
              <a:t>GoPE</a:t>
            </a:r>
            <a:r>
              <a:rPr lang="en-US" altLang="zh-CN" sz="1100" kern="100" dirty="0">
                <a:effectLst/>
                <a:latin typeface="Arial" panose="020B0604020202020204" pitchFamily="34" charset="0"/>
                <a:ea typeface="宋体" panose="02010600030101010101" pitchFamily="2" charset="-122"/>
                <a:cs typeface="Arial" panose="020B0604020202020204" pitchFamily="34" charset="0"/>
              </a:rPr>
              <a:t> can also connect to a smart bracelet via Bluetooth to monitor patients' physical condition and automatically call for help in an emergency. </a:t>
            </a:r>
            <a:endParaRPr lang="en-US" altLang="zh-CN" sz="1100" kern="100" dirty="0">
              <a:effectLst/>
              <a:latin typeface="Arial" panose="020B0604020202020204" pitchFamily="34" charset="0"/>
              <a:ea typeface="宋体" panose="02010600030101010101" pitchFamily="2" charset="-122"/>
              <a:cs typeface="Arial" panose="020B0604020202020204" pitchFamily="34" charset="0"/>
            </a:endParaRPr>
          </a:p>
          <a:p>
            <a:pPr indent="0" algn="just" fontAlgn="auto">
              <a:spcAft>
                <a:spcPts val="300"/>
              </a:spcAft>
              <a:buClrTx/>
              <a:buSzTx/>
              <a:buFontTx/>
            </a:pPr>
            <a:r>
              <a:rPr lang="en-US" altLang="zh-CN" sz="1100" b="1" kern="100" dirty="0">
                <a:effectLst/>
                <a:latin typeface="Arial" panose="020B0604020202020204" pitchFamily="34" charset="0"/>
                <a:ea typeface="宋体" panose="02010600030101010101" pitchFamily="2" charset="-122"/>
                <a:cs typeface="Arial" panose="020B0604020202020204" pitchFamily="34" charset="0"/>
              </a:rPr>
              <a:t>Function 6: Reminder. </a:t>
            </a:r>
            <a:r>
              <a:rPr lang="en-US" altLang="zh-CN" sz="1100" kern="100" dirty="0">
                <a:effectLst/>
                <a:latin typeface="Arial" panose="020B0604020202020204" pitchFamily="34" charset="0"/>
                <a:ea typeface="宋体" panose="02010600030101010101" pitchFamily="2" charset="-122"/>
                <a:cs typeface="Arial" panose="020B0604020202020204" pitchFamily="34" charset="0"/>
              </a:rPr>
              <a:t>GoPE includes a voice assistant to remind users to take rests and keep the ambient light bright.</a:t>
            </a:r>
            <a:endParaRPr lang="en-US" altLang="zh-CN" sz="1100" kern="100" dirty="0">
              <a:effectLst/>
              <a:latin typeface="Arial" panose="020B0604020202020204" pitchFamily="34" charset="0"/>
              <a:ea typeface="宋体" panose="02010600030101010101" pitchFamily="2" charset="-122"/>
              <a:cs typeface="Arial" panose="020B0604020202020204" pitchFamily="34" charset="0"/>
            </a:endParaRPr>
          </a:p>
        </p:txBody>
      </p:sp>
      <p:sp>
        <p:nvSpPr>
          <p:cNvPr id="4" name="文本框 3"/>
          <p:cNvSpPr txBox="1"/>
          <p:nvPr/>
        </p:nvSpPr>
        <p:spPr>
          <a:xfrm>
            <a:off x="193040" y="1930400"/>
            <a:ext cx="7199630" cy="1732280"/>
          </a:xfrm>
          <a:prstGeom prst="rect">
            <a:avLst/>
          </a:prstGeom>
          <a:noFill/>
        </p:spPr>
        <p:txBody>
          <a:bodyPr wrap="square" rtlCol="0">
            <a:noAutofit/>
          </a:bodyPr>
          <a:p>
            <a:pPr algn="just">
              <a:buClrTx/>
              <a:buSzTx/>
              <a:buFontTx/>
            </a:pPr>
            <a:r>
              <a:rPr lang="en-US" altLang="zh-CN" sz="1100" b="1" kern="100" dirty="0">
                <a:effectLst/>
                <a:latin typeface="Arial" panose="020B0604020202020204" pitchFamily="34" charset="0"/>
                <a:ea typeface="宋体" panose="02010600030101010101" pitchFamily="2" charset="-122"/>
                <a:cs typeface="Arial" panose="020B0604020202020204" pitchFamily="34" charset="0"/>
              </a:rPr>
              <a:t>Could you live without playing games, watching videos, or even using electronics for a long time?</a:t>
            </a:r>
            <a:r>
              <a:rPr lang="en-US" altLang="zh-CN" sz="1100" kern="100" dirty="0">
                <a:effectLst/>
                <a:latin typeface="Arial" panose="020B0604020202020204" pitchFamily="34" charset="0"/>
                <a:ea typeface="宋体" panose="02010600030101010101" pitchFamily="2" charset="-122"/>
                <a:cs typeface="Arial" panose="020B0604020202020204" pitchFamily="34" charset="0"/>
              </a:rPr>
              <a:t> We believe it is a nightmare for most people nowadays. -- However, some people may experience generalized seizures, consciousness loss, and foaming at the mouth while playing video games or watching provocative images. It also can be fatal in severe cases. This symptom is </a:t>
            </a:r>
            <a:r>
              <a:rPr lang="en-US" altLang="zh-CN" sz="1100" b="1" kern="100" dirty="0">
                <a:effectLst/>
                <a:latin typeface="Arial" panose="020B0604020202020204" pitchFamily="34" charset="0"/>
                <a:ea typeface="宋体" panose="02010600030101010101" pitchFamily="2" charset="-122"/>
                <a:cs typeface="Arial" panose="020B0604020202020204" pitchFamily="34" charset="0"/>
              </a:rPr>
              <a:t>photosensitive epilepsy (PPE)</a:t>
            </a:r>
            <a:r>
              <a:rPr lang="en-US" altLang="zh-CN" sz="1100" kern="100" dirty="0">
                <a:effectLst/>
                <a:latin typeface="Arial" panose="020B0604020202020204" pitchFamily="34" charset="0"/>
                <a:ea typeface="宋体" panose="02010600030101010101" pitchFamily="2" charset="-122"/>
                <a:cs typeface="Arial" panose="020B0604020202020204" pitchFamily="34" charset="0"/>
              </a:rPr>
              <a:t> refers to seizures caused by visual stimuli such as flashing lights, high-contrast gratings, and rapid adjustment of brightness patterns. The incidence of photosensitive epilepsy was reported to be 2% in 1995 and is now greatly increased with the development of electronic technologies and game industries. Considering the high incidence and high harm of photosensitive epilepsy, to help patients maintain their health while maintaining the gaming experience, we designed a plugin -- GoPE -- to automatically adjust the refresh rate, brightness, contrast, and contour sharpness of the screen to a safe range for patients, thus lowering the risks of seizures.</a:t>
            </a:r>
            <a:endParaRPr lang="en-US" altLang="zh-CN" sz="1100" kern="100" dirty="0">
              <a:effectLst/>
              <a:latin typeface="Arial" panose="020B0604020202020204" pitchFamily="34" charset="0"/>
              <a:ea typeface="宋体" panose="02010600030101010101" pitchFamily="2" charset="-122"/>
              <a:cs typeface="Arial" panose="020B0604020202020204" pitchFamily="34" charset="0"/>
            </a:endParaRPr>
          </a:p>
        </p:txBody>
      </p:sp>
      <p:sp>
        <p:nvSpPr>
          <p:cNvPr id="7" name="矩形: 圆角 5"/>
          <p:cNvSpPr/>
          <p:nvPr>
            <p:custDataLst>
              <p:tags r:id="rId3"/>
            </p:custDataLst>
          </p:nvPr>
        </p:nvSpPr>
        <p:spPr>
          <a:xfrm>
            <a:off x="4801870" y="3880485"/>
            <a:ext cx="2404110" cy="340360"/>
          </a:xfrm>
          <a:prstGeom prst="roundRect">
            <a:avLst/>
          </a:prstGeom>
          <a:solidFill>
            <a:srgbClr val="C5E5E8"/>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600" b="1" dirty="0">
                <a:solidFill>
                  <a:schemeClr val="tx1">
                    <a:lumMod val="95000"/>
                    <a:lumOff val="5000"/>
                  </a:schemeClr>
                </a:solidFill>
                <a:latin typeface="Arial" panose="020B0604020202020204" pitchFamily="34" charset="0"/>
                <a:cs typeface="Arial" panose="020B0604020202020204" pitchFamily="34" charset="0"/>
              </a:rPr>
              <a:t>Originality</a:t>
            </a:r>
            <a:r>
              <a:rPr lang="en-US" altLang="zh-CN" sz="1600" b="1" dirty="0">
                <a:solidFill>
                  <a:schemeClr val="tx1">
                    <a:lumMod val="95000"/>
                    <a:lumOff val="5000"/>
                  </a:schemeClr>
                </a:solidFill>
                <a:latin typeface="Arial" panose="020B0604020202020204" pitchFamily="34" charset="0"/>
                <a:cs typeface="Arial" panose="020B0604020202020204" pitchFamily="34" charset="0"/>
              </a:rPr>
              <a:t> &amp; Novelty</a:t>
            </a:r>
            <a:r>
              <a:rPr lang="zh-CN" altLang="en-US" sz="1600" b="1" dirty="0">
                <a:solidFill>
                  <a:schemeClr val="tx1">
                    <a:lumMod val="95000"/>
                    <a:lumOff val="5000"/>
                  </a:schemeClr>
                </a:solidFill>
                <a:latin typeface="Arial" panose="020B0604020202020204" pitchFamily="34" charset="0"/>
                <a:cs typeface="Arial" panose="020B0604020202020204" pitchFamily="34" charset="0"/>
              </a:rPr>
              <a:t> </a:t>
            </a:r>
            <a:endParaRPr lang="zh-CN" altLang="en-US" sz="1600" b="1" dirty="0">
              <a:solidFill>
                <a:schemeClr val="tx1">
                  <a:lumMod val="95000"/>
                  <a:lumOff val="5000"/>
                </a:schemeClr>
              </a:solidFill>
              <a:latin typeface="Arial" panose="020B0604020202020204" pitchFamily="34" charset="0"/>
              <a:cs typeface="Arial" panose="020B0604020202020204" pitchFamily="34" charset="0"/>
            </a:endParaRPr>
          </a:p>
        </p:txBody>
      </p:sp>
      <p:pic>
        <p:nvPicPr>
          <p:cNvPr id="15" name="图片 14"/>
          <p:cNvPicPr>
            <a:picLocks noChangeAspect="1"/>
          </p:cNvPicPr>
          <p:nvPr/>
        </p:nvPicPr>
        <p:blipFill>
          <a:blip r:embed="rId4"/>
          <a:stretch>
            <a:fillRect/>
          </a:stretch>
        </p:blipFill>
        <p:spPr>
          <a:xfrm>
            <a:off x="4580255" y="7947660"/>
            <a:ext cx="2754630" cy="1377315"/>
          </a:xfrm>
          <a:prstGeom prst="rect">
            <a:avLst/>
          </a:prstGeom>
        </p:spPr>
      </p:pic>
      <p:sp>
        <p:nvSpPr>
          <p:cNvPr id="16" name="文本框 15"/>
          <p:cNvSpPr txBox="1"/>
          <p:nvPr/>
        </p:nvSpPr>
        <p:spPr>
          <a:xfrm>
            <a:off x="4580255" y="9311005"/>
            <a:ext cx="2812415" cy="398780"/>
          </a:xfrm>
          <a:prstGeom prst="rect">
            <a:avLst/>
          </a:prstGeom>
          <a:noFill/>
        </p:spPr>
        <p:txBody>
          <a:bodyPr wrap="square" rtlCol="0">
            <a:spAutoFit/>
          </a:bodyPr>
          <a:p>
            <a:r>
              <a:rPr lang="en-US" altLang="zh-CN" sz="1000">
                <a:latin typeface="Arial" panose="020B0604020202020204" pitchFamily="34" charset="0"/>
                <a:cs typeface="Arial" panose="020B0604020202020204" pitchFamily="34" charset="0"/>
              </a:rPr>
              <a:t>Figure.1 Comparison between screen before and after processing</a:t>
            </a:r>
            <a:endParaRPr lang="en-US" altLang="zh-CN" sz="1000">
              <a:latin typeface="Arial" panose="020B0604020202020204" pitchFamily="34" charset="0"/>
              <a:cs typeface="Arial" panose="020B0604020202020204" pitchFamily="34" charset="0"/>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PP_MARK_KEY" val="08f71e57-ac56-4f0b-9392-5183d57b596e"/>
  <p:tag name="COMMONDATA" val="eyJoZGlkIjoiMzQxOTQ1ZGM0N2Q5MTlhOWZmNmNmMWZkN2UxZDc0M2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4726</Words>
  <Application>WPS 演示</Application>
  <PresentationFormat>自定义</PresentationFormat>
  <Paragraphs>33</Paragraphs>
  <Slides>1</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vt:i4>
      </vt:variant>
    </vt:vector>
  </HeadingPairs>
  <TitlesOfParts>
    <vt:vector size="10" baseType="lpstr">
      <vt:lpstr>Arial</vt:lpstr>
      <vt:lpstr>宋体</vt:lpstr>
      <vt:lpstr>Wingdings</vt:lpstr>
      <vt:lpstr>等线</vt:lpstr>
      <vt:lpstr>微软雅黑</vt:lpstr>
      <vt:lpstr>Arial Unicode MS</vt:lpstr>
      <vt:lpstr>等线 Light</vt:lpstr>
      <vt:lpstr>Calibri</vt:lpstr>
      <vt:lpstr>Office 主题​​</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Lu REN (20319096)</dc:creator>
  <cp:lastModifiedBy>hhh查瑞</cp:lastModifiedBy>
  <cp:revision>21</cp:revision>
  <dcterms:created xsi:type="dcterms:W3CDTF">2022-04-22T01:38:00Z</dcterms:created>
  <dcterms:modified xsi:type="dcterms:W3CDTF">2022-12-29T14:03:10Z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895DDE81D4C04580B0C45471A3C8DBEF</vt:lpwstr>
  </property>
  <property fmtid="{D5CDD505-2E9C-101B-9397-08002B2CF9AE}" pid="3" name="KSOProductBuildVer">
    <vt:lpwstr>2052-11.1.0.12980</vt:lpwstr>
  </property>
</Properties>
</file>