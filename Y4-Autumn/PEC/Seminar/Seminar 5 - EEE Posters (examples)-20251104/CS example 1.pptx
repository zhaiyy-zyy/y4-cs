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73" d="100"/>
          <a:sy n="73" d="100"/>
        </p:scale>
        <p:origin x="9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EE3E7-FFC6-4E27-8337-0E550389E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CA7C2-1054-4307-9F05-9A1731EE1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3A924-D4A4-4997-8B99-BE0A74E5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7826-06F3-45F8-8318-1292193B3857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31F2E-8FA7-4F4E-9F6D-F52051788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C77F5-9002-4E8F-83B4-805626ED1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9B86-2763-441C-81A3-BCBE05446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0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2ED4A-5A66-4841-9065-260F3A0DC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A73C3-9D01-4A81-AC03-28A97A7DD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90C23-D49F-4D61-A454-FCDC7DAE1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7826-06F3-45F8-8318-1292193B3857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A7CBA-AF90-47ED-8D6F-2461991A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3D66E-F92B-4A9E-9835-300AA74FF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9B86-2763-441C-81A3-BCBE05446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9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89BF3-BF98-4FD7-9A46-2A0F844A9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ADE85-B30D-4433-BBCA-F35B465A7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1E814-F050-4BC3-8C3A-4CC1D506C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7826-06F3-45F8-8318-1292193B3857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843E0-72AC-47A1-A709-F93A3166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377BB-67B6-4C01-AE3D-02B4D10B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9B86-2763-441C-81A3-BCBE05446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3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7779-873D-4776-BBF3-BBBE04B1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0E697-BAE1-4EDC-893C-C88A4A6D6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07E89-F631-49BF-A4C4-EC22BAE20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03171-EFD1-463F-BE66-D26F791AF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7826-06F3-45F8-8318-1292193B3857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A24A7-6252-420E-8886-EC3D0422A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835B3-3A8F-4676-B551-C0E568CB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9B86-2763-441C-81A3-BCBE05446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9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41FF0-D5CA-49A8-A4ED-5619AD1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90D80-1EFC-4DE7-AF87-96670BAC5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E0666-498B-4D3C-B91B-D3C3657CB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AE65FF-D1FB-4F8C-9185-32CB5E39C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3A87AC-1825-470E-B9A1-EFC1D62CB3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8B2F62-8E7D-4675-BAD6-5300286BD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7826-06F3-45F8-8318-1292193B3857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EF487B-B35A-4593-9413-549B7D16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08976E-D17A-47E9-8232-A238D4042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9B86-2763-441C-81A3-BCBE05446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38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C994B-5F82-44BE-9EE3-BE89C27DF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C2D524-C4ED-489E-92EC-A2B4E5A4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7826-06F3-45F8-8318-1292193B3857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5F6F58-030D-43E0-B4C9-F82F7F245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7F17F-101E-4E51-9CDA-86010A58F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9B86-2763-441C-81A3-BCBE05446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89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85328C-823C-4B5B-9D53-A098CFDF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7826-06F3-45F8-8318-1292193B3857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7ABDE6-9FB0-4370-BA10-136655BE8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04130-5A58-496E-8611-017A368D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9B86-2763-441C-81A3-BCBE05446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94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6328E-8D82-4DFB-A142-93F2F039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D61F2-ED91-4DCC-B079-62AD7C5C2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21590-2C7C-4DB4-AA84-FA26910E8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54CCC-42CA-4731-9520-FD995CD3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7826-06F3-45F8-8318-1292193B3857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46B0D-3E15-469D-B546-5A1413C53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8BC7D-5F0D-4CF5-AB87-7760B9F31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9B86-2763-441C-81A3-BCBE05446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08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4D952-DF70-462F-BEAF-D639E4E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A16C61-FD81-4D40-A3D2-CA63766750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7C4C5-510B-4310-9BCD-3BABA6A3E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B06F1-ABC6-4912-93D8-6CABC7C2C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7826-06F3-45F8-8318-1292193B3857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1BAB2-E268-49FC-902B-72296A7C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3944F-55FD-4A8F-AD27-D4130388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9B86-2763-441C-81A3-BCBE05446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2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BE7D0-30C3-49F6-A9C3-E6E4D1EB4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F00A0-753F-4F1C-95BA-97537622B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66955-2F47-466C-AE9D-590419366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7826-06F3-45F8-8318-1292193B3857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56D17-A0D2-4C00-B296-3C36A5C29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971BA-8880-47C3-A797-04A8BBD3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9B86-2763-441C-81A3-BCBE05446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A44DB9-34DF-44DB-9699-1F0E1893DB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B2797-809E-444C-B866-02B023B65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9753F-9D39-4B55-82A5-78FB11DA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7826-06F3-45F8-8318-1292193B3857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30D82-4A98-4CE7-A985-51BB3D2B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03B49-A1D8-42FD-B812-23B265E3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89B86-2763-441C-81A3-BCBE05446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8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80DB24-ED76-42EB-AA92-3B8D90945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9EBEE-1243-4EB4-9C00-84DD93B6A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FB4E7-499C-4EEE-9513-591EDD4D6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97826-06F3-45F8-8318-1292193B3857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844E0-26F5-4EFE-9B10-4FABBE306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62AA2-BEF9-4EEC-BEDA-F9B809B98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89B86-2763-441C-81A3-BCBE05446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0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3E5D8-B066-42BD-BF9A-C4411076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835A-FFA0-4F69-8AEF-5CCF72D32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7458DB-CAF3-475B-8BB5-3CB7C50C1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26" y="351513"/>
            <a:ext cx="11666352" cy="611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98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81C069B70DBB154781A728B91D8F8303" ma:contentTypeVersion="18" ma:contentTypeDescription="新建文档。" ma:contentTypeScope="" ma:versionID="ad9bdc1e882b7e3039372e31399ca9be">
  <xsd:schema xmlns:xsd="http://www.w3.org/2001/XMLSchema" xmlns:xs="http://www.w3.org/2001/XMLSchema" xmlns:p="http://schemas.microsoft.com/office/2006/metadata/properties" xmlns:ns3="b29f5874-a1bc-462a-b5ee-368fa93830ce" xmlns:ns4="c5142b69-a401-4161-8434-e1da42d7445c" targetNamespace="http://schemas.microsoft.com/office/2006/metadata/properties" ma:root="true" ma:fieldsID="4f7ba14cd6fc3ec97dc29a70176b66e8" ns3:_="" ns4:_="">
    <xsd:import namespace="b29f5874-a1bc-462a-b5ee-368fa93830ce"/>
    <xsd:import namespace="c5142b69-a401-4161-8434-e1da42d7445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9f5874-a1bc-462a-b5ee-368fa93830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142b69-a401-4161-8434-e1da42d7445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共享提示哈希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29f5874-a1bc-462a-b5ee-368fa93830ce" xsi:nil="true"/>
  </documentManagement>
</p:properties>
</file>

<file path=customXml/itemProps1.xml><?xml version="1.0" encoding="utf-8"?>
<ds:datastoreItem xmlns:ds="http://schemas.openxmlformats.org/officeDocument/2006/customXml" ds:itemID="{24FE4DC1-2DF1-4434-A61C-6F6E0F6E21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9f5874-a1bc-462a-b5ee-368fa93830ce"/>
    <ds:schemaRef ds:uri="c5142b69-a401-4161-8434-e1da42d744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EC69BA-2FC9-40A3-89DB-55F296130A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F4CBFD-FCD4-4F33-87B6-82946EB13668}">
  <ds:schemaRefs>
    <ds:schemaRef ds:uri="http://purl.org/dc/terms/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  <ds:schemaRef ds:uri="c5142b69-a401-4161-8434-e1da42d7445c"/>
    <ds:schemaRef ds:uri="http://schemas.openxmlformats.org/package/2006/metadata/core-properties"/>
    <ds:schemaRef ds:uri="http://schemas.microsoft.com/office/2006/documentManagement/types"/>
    <ds:schemaRef ds:uri="b29f5874-a1bc-462a-b5ee-368fa93830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Anthony Graham Bellotti</dc:creator>
  <cp:lastModifiedBy>Anthony Graham Bellotti</cp:lastModifiedBy>
  <cp:revision>1</cp:revision>
  <dcterms:created xsi:type="dcterms:W3CDTF">2024-11-08T00:20:43Z</dcterms:created>
  <dcterms:modified xsi:type="dcterms:W3CDTF">2024-11-08T00:22:27Z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0x01010081C069B70DBB154781A728B91D8F8303</vt:lpwstr>
  </property>
</Properties>
</file>