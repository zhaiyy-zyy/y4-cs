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2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Professional Ethics in Computing: Seminar 4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4400">
                <a:solidFill>
                  <a:schemeClr val="tx1"/>
                </a:solidFill>
                <a:uFillTx/>
              </a:rPr>
              <a:t>Team 22</a:t>
            </a:r>
            <a:endParaRPr lang="en-US" altLang="zh-CN" sz="4400">
              <a:solidFill>
                <a:schemeClr val="tx1"/>
              </a:solidFill>
              <a:uFillTx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67075"/>
            <a:ext cx="10969200" cy="705600"/>
          </a:xfrm>
        </p:spPr>
        <p:txBody>
          <a:bodyPr/>
          <a:p>
            <a:r>
              <a:rPr lang="en-US" altLang="zh-CN"/>
              <a:t>Project Overview &amp; Ethical Goals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872490"/>
            <a:ext cx="10968990" cy="55092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The Research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•Develop a mobile application that supports elderly residents with dementia in their daily activities.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•The app provides: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	•Daily prompts (e.g., medicine reminders, meal times)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	•Memory support for personal information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	•Mental exercises to improve cognitive function.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Research Setting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•Conducted in a care home in Ningbo with around 100 elderly residents.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•Trial approved in principle by the care home; funding sought from Ningbo Municipal Government.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Ethical Goals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•Ensure respect, privacy, and safety of elderly participants.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•Gain informed consent from participants or their legal guardians.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•Follow UNNC Research Ethics Code and China’s PIPL (Data Protection Law).</a:t>
            </a:r>
            <a:endParaRPr lang="en-US" altLang="zh-CN" sz="12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39160"/>
            <a:ext cx="10969200" cy="705600"/>
          </a:xfrm>
        </p:spPr>
        <p:txBody>
          <a:bodyPr/>
          <a:p>
            <a:r>
              <a:rPr lang="en-US" altLang="zh-CN"/>
              <a:t>Data Collection &amp; Participants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7190" y="1044575"/>
            <a:ext cx="11200130" cy="4759325"/>
          </a:xfrm>
        </p:spPr>
        <p:txBody>
          <a:bodyPr/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Participants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	•65 years old and above; mild to moderate dementia.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	•Recruited via care home administrators and guardians.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	•Participation is voluntary and withdrawal is allowed at any time without consequence.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4" name="图片 3" descr="截屏2025-10-31 13.38.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5" y="3495675"/>
            <a:ext cx="7258685" cy="33134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Data Anonymization &amp; Security Measures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389435"/>
            <a:ext cx="10969200" cy="47592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Anonymization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•Replace names with participant IDs.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•Remove any identifiers (voice, face, addresses).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•Publish only aggregated statistics — no personal details.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Data Storage &amp; Security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•Encrypted storage on secure UNNC servers within China.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•Access limited to the principal investigator and approved team members.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•Encrypted back-ups kept for 5 years, then securely deleted.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•Transmission via SSL/TLS encryption to prevent leakage.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Third Parties &amp; Transfers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•No commercial sharing or cross-border data transfer.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sz="11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•Data used solely for academic and non-profit research.</a:t>
            </a:r>
            <a:endParaRPr lang="en-US" altLang="zh-CN" sz="11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Risks, Legal Compliance &amp; Ethical Rights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0-31 13.41.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490345"/>
            <a:ext cx="10901045" cy="4079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Legal and Ethical Framework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	Complies with China’s Personal Information Protection Law (PIPL) and UNNC Research Ethics Code.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	Informed consent forms signed by participants or guardians.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	Participants retain rights to access, correct, or delete their data.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	Research findings reported only in aggregate form for conference publication.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	•	No identifiable information included in any paper or presentation.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Outcome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This project will advance ethical digital health solutions for China’s ageing population while protecting participants’ rights, privacy, and dignity.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2203</Words>
  <Application>WPS 演示</Application>
  <PresentationFormat>宽屏</PresentationFormat>
  <Paragraphs>58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Songti SC Regular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zoey</cp:lastModifiedBy>
  <cp:revision>166</cp:revision>
  <dcterms:created xsi:type="dcterms:W3CDTF">2025-10-31T06:19:40Z</dcterms:created>
  <dcterms:modified xsi:type="dcterms:W3CDTF">2025-10-31T06:19:40Z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C8330FF41C1CEFFCE0490469144A1E1F_41</vt:lpwstr>
  </property>
</Properties>
</file>