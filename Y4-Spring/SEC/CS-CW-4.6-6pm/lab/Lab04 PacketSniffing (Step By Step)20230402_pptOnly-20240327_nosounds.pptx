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ink/ink2.xml" ContentType="application/inkml+xml"/>
  <Override PartName="/ppt/ink/inkAction1.xml" ContentType="application/vnd.ms-office.inkAction+xml"/>
  <Override PartName="/ppt/ink/inkAction2.xml" ContentType="application/vnd.ms-office.inkAction+xml"/>
  <Override PartName="/ppt/ink/ink3.xml" ContentType="application/inkml+xml"/>
  <Override PartName="/ppt/ink/inkAction3.xml" ContentType="application/vnd.ms-office.inkAction+xml"/>
  <Override PartName="/ppt/ink/ink4.xml" ContentType="application/inkml+xml"/>
  <Override PartName="/ppt/ink/inkAction4.xml" ContentType="application/vnd.ms-office.inkAction+xml"/>
  <Override PartName="/ppt/ink/inkAction5.xml" ContentType="application/vnd.ms-office.inkAction+xml"/>
  <Override PartName="/ppt/ink/ink5.xml" ContentType="application/inkml+xml"/>
  <Override PartName="/ppt/ink/inkAction6.xml" ContentType="application/vnd.ms-office.inkAction+xml"/>
  <Override PartName="/ppt/ink/inkAction7.xml" ContentType="application/vnd.ms-office.inkAction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25" r:id="rId2"/>
    <p:sldId id="384" r:id="rId3"/>
    <p:sldId id="385" r:id="rId4"/>
    <p:sldId id="328" r:id="rId5"/>
    <p:sldId id="371" r:id="rId6"/>
    <p:sldId id="372" r:id="rId7"/>
    <p:sldId id="373" r:id="rId8"/>
    <p:sldId id="374" r:id="rId9"/>
    <p:sldId id="375" r:id="rId10"/>
    <p:sldId id="376" r:id="rId11"/>
    <p:sldId id="377" r:id="rId12"/>
    <p:sldId id="378" r:id="rId13"/>
    <p:sldId id="379" r:id="rId14"/>
    <p:sldId id="381" r:id="rId15"/>
    <p:sldId id="383" r:id="rId16"/>
    <p:sldId id="370" r:id="rId17"/>
    <p:sldId id="369" r:id="rId18"/>
  </p:sldIdLst>
  <p:sldSz cx="12192000" cy="6858000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73" autoAdjust="0"/>
  </p:normalViewPr>
  <p:slideViewPr>
    <p:cSldViewPr snapToGrid="0">
      <p:cViewPr varScale="1">
        <p:scale>
          <a:sx n="85" d="100"/>
          <a:sy n="85" d="100"/>
        </p:scale>
        <p:origin x="398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36.67622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3-04-03T04:12:39.1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10633 2327 0,'-15'0'21,"-1"0"11,0 0-24,1 0 8,-16 0 0,15 0 8,-15 0 0,0 0-16,-1 0 8,17 0-8,-16 15 1,-1-15-2,1 0 1,15 0-1,-15 0 1,-16 0 1,16 32-1,16-32 0,-17 0 0,1 15 0,15-15 0,1 0-1,-16 0 2,15 16-1,-15-1 0,0 1 8,-1 0-9,17-16 10,-17 31-2,1-31 2,31 16 8,-15-1-18,15 1 10,0-1-10,-16 17 1,16-1 0,-16 0 0,1 16 8,15-31-9,0 15 2,0-16-1,0 17 16,0-17-16,0 16 0,0-15 8,0 15-8,0 16 7,31-16-6,-31 16 7,16-31 1,-16 15-10,15-15 9,1-1-8,-1 32 0,1-16 0,15-15 8,-31 0-8,0-1 0,16-15 0,-16 16 0,31-1 0,-15 1 8,15-16 0,-15 16-8,15-16 8,-16 0-8,32 0 0,-31 15-1,46 17 1,-30-32 0,30 15 1,1 1-2,-48-16 1,1 0 0,-1 0 1,1 0-2,0 0 10,-1 0-1,1 0 0,15 0-8,-15 0 8,-1 0-8,1 0 0,15 0 8,-15 0-8,-1-16 8,1 16-8,15-15 0,-15-1 8,-1 16-8,1-16 0,0 1 8,15 15-8,16 0 0,-16-16-1,16-15 2,0 31-1,-32 0 0,16-16 0,-15 16-1,15-15 1,-15 15 1,0-16-1,15 16 7,-31-16-6,15 1-1,17-1 0,-17 1 8,16-1-7,-31 0-2,16 1 9,0-1-8,-16 0 8,0 1-8,15-1 0,-15-15 0,0 15 8,0-15-8,16 16 8,-16-17-8,0 1 8,0 15-8,0-15 7,0-16-6,0 16-1,0-16 8,0 16-8,0 0 8,0 15-8,-16 1 0,16-1-1,-15-15 2,15 15-1,-32 1 7,17-1 2,15 0-9,-31-15 8,-1 15-8,17 16 0,-1 0 0,-62-46 0,62 30 8,-15 16 1,16 0-2,-1-16-6,0 16 6,1 0-7,-1 0 0,-31-31 0,32 31 9,-1 0-10,0 0 1,-15 0 9,16 0-10,-1 0 9,0 0-8,1 0 0,-1 0 8,1 0-9,-1 0 2,0 0-1,-15 0-1,0 0 1,15 0 9,1 0-9,-1 0 56,-15 0-24,15 0 0,1 0 32,-1 0-64,0 0 0,1 0 0,-16 0 0,-1 0 9,17 0 215</inkml:trace>
  <inkml:trace contextRef="#ctx0" brushRef="#br0" timeOffset="9049">10227 5871 0,'16'0'86,"0"0"-16,-1 0-54,1 0-8,-1 0 40,1 0-32,0 0-9,15 0 42,-15 0-26,-1 0 2,1-15-17,-1 15 25,1 0-2,0 0-15,-1 0 0,1 0 0,-1 0 0,1-32 0,15 32 8,-15 0-8,-1 0 0,1 0 0,0 0 17,-1 0-26,1 0 9,15 0 0,-15 0-8,15 0 8,-15 0-8,-1 0 0,16 0-1,1 0 2,-17 0 7,1 0-8,15 0 8,-15 0 0,-1 0-5,1 0 2,0 0 3,-1 0-8,1 0 0,-1 0 0,1 0 9,15 0-1,-15 0 0,0 0-1,-1 0-2,1 0-10,15 0 5,-15 0 1,15 0 15,-16 0-17,1 0 1,0 0 0,-1 0 1,1 0 6,-1 0 9,1 0 0,0 16-16,15-16 0,0 0 8,-15 0-8,-1 0 0,17 0-1,-17 0 1,16 0 1,1 31 7,-1-31 0,0 0 0,-15 0-8,-1 0 0,32 0 0,-16 0 1,1 0-2,15 0 1,-1 0-1,-30 16 2,0-16-1,-1 0 1,1 0-1,-1 0-1,1 0 0,15 0 18,-15 0-17,0 0-1,-1 0 1,16 0 1,-15 0-1,0 0 0,-1 0 0,1 0 8,15 0 0,-15 0 0,-1 0-7,1 0-2,-1 0 0,17 0 1,-1 0 10,0 0-11,0 16 1,-15-16 0,0 0 0,-1 0 0,1 0 17,-1 0-17,1 0-1,0 0 9,15 0-8,-15 0-1,-1 0 2,16 0 0,-15 0-2,0 0 0,-1 0 2,16 0 7,-15 0-8,0 0 8,-1 0-8,1 0-1,0 0 10,-1 0-9,1 0 0,-1 0 0,1 0-1,0 0 2,-1 0 7,1 0-9,-1 0 1,1 0 18,0 0-4,-1 0-14,1 0 25,0 0-18,-1 0 4,1 0-7,15 0-10,-15 0 14,-1 0-4,16 0 9,-15 0-8,0 0-3,15 0-2,-16 0 0,1 0 9,0 0-10,-1 0 0,1 0 2,0 0-1,-1 0-1,1 0 1,-1 0 1,1 0-1,0 0 7,-1 0-7,1 0 9,-1 0 7,17 0-16,-17 0 32,1 0-24,0 0 16,-1 0-24,1 0 8,-1 0 31,1 0-30,0 0-9,15 0 7,-16 0-6,1 0 23,0 0-1,-1 0-14,1 0 6,15 0 2,-15 0 47</inkml:trace>
  <inkml:trace contextRef="#ctx0" brushRef="#br0" timeOffset="26495">10368 16130 0,'0'0'22,"140"0"-21,-108 0 6,14 0 0,-30-15 1,31 15 1,-31 0-1,15 0 8,-16 0 0,17 0-8,-1 0 0,-16 0-1,17 0 2,-17 0-2,1 0 2,0 0-1,15 0 8,-16 0-8,1 0 16,0 0-16,-1 0 0,16 15 8,-15 1-9,31-1 2,0-15-1,-32 16 1,32-16-2,16 47 0,15-47 2,-31 0-1,-32 0 0,16 0-1,-15 0 2,0 0-2,-1 0 1,1 0 0,-1 0 1,1 0-1,0 0 0,31 0 0,-16 0-1,-16 0 2,17 0-1,-17 0 0,16 0 0,1 0 0,-17 0 0,32 0-1,-31 0 1,31 0 1,-32 0-1,16 0 0,-15 0 0,0 0 0,15 0-1,0 0 10,0-16-10,1 16 2,-1 0-1,16 0 0,-16-31 0,-16 31 0,17 0-1,-1-16 2,-15 16 0,-1 0-2,1 0 1,15 0-1,-15 0 2,15 0-1,0 0 0,0 0 0,-15 0-1,31 0 1,-16 0 1,0 0-1,16 0 8,-16 0-9,1 0 2,14 0-1,-30 0 0,15-15 1,-15 15 3,15 0-9,-15 0 5,-1 0 8,1 0-4,0 0-8,15 0 12,-16 0-4,32-16-8,-16 16 4,1 0 4,14 0-9,1 0 6,-15 0 3,14 0-9,-14 0 6,-1 0-2,0 0 2,-15 16-1,15-16 0,-15 0 0,15 0 0,0 15 0,0-15-1,0 0 2,1 0-1,15 0 0,-32 0-1,1 0 2,15 0-2,0 0 2,-15 0-1,-1 0 0,1 0 0,15 0 0,1 0 8,-17 0-8,1 0 0,15 0 0,-15 0 0,15 0 0,-16 0 0,17 0-1,-1 0 2,0 0-1,16 0 0,-16 0-1,16 0 2,-16 0-1,0 0 0,1 0 0,-17 0 0,17 0 0,-1 0 0,0 0 0,-15 0 16,15 16-8,0-16 0,-15 0-8,-1 0 0,17 0 8,-17 0-8,32 0-1,-16 0 2,0 0 2,-15 0-6,15 0 2,0 0 1,1 0 0,-17 0 0,1 0 2,15 0-3,0 0 0,-15 0 1,31 0 0,-32 0 0,17 0 1,15 0-1,-16 0 0,16 0 0,-1 0 0,-14 0-1,-1 0 2,-15 0-1,-1 0 0,1 0 0,-1 0 8,17 0 0,-17 0-9,1 0 10,-1 0-9,1 0 8,0 0-8,-1 0 0,1 0 0,0 0 8,-1 0 0,1 0 1,-1 0-10,1 0 1,0 0 8,-1 0-8,1 0 0,-1 0 8,1 0-9,0 0 2,-1 0-1,16 0 9,-15 0-2,0 0 27,-1 0-36,17 0 18,-17 0-7,1 0-4,-1 0-3,1 0 14,0 0 1,15 0-1,-16 0-8,1 0-1,0 0 1,-1 0 16,1 0-24,0 0 0,-1 0 16,16 0-16,1 0 8,-1 0-8,0 0 8,-15 0-3,15 0-10,-15 0 5,15 0 3,-16 0-7,17 0 4,-1 0 1,0 0-2,-15 0 1,15 0 0,0 0 1,0 0-2,-15 0 10,15 0-9,-15 0 15,15 0 9,-15 0 1,15 0-17,-16 0 0,1 0 0,0 0 0,-1 0-8,1 0 16,0 0-7,-1 0-7</inkml:trace>
  <inkml:trace contextRef="#ctx0" brushRef="#br0" timeOffset="30038">10149 16708 0,'32'-16'23,"-17"16"-15,1 0 0,31 0 0,-16 0 0,31 0 0,-46 0 0,46 0 0,-15 0 0,16 0 0,-1 0 0,32 0-1,-32 0 2,-15 0-1,16 0 0,-17 0 0,-30 0-1,15 0 2,-15 0-2,-1 0 1,1 0 0,0 0 1,15 0 7,-15 0-4,-1 0-8,16 0 12,-15 0-7,15 0-2,0 0 1,1 0-1,14 0 1,-14 0 1,15 0-2,-16 0 2,-16 0-2,32 0 2,-16 0 0,-15 0-1,15 0 4,1 0-9,-17 0 5,32 0 0,0 0 4,-16 0-9,16 0 7,0 0-2,15 0 0,-15 0 4,16 0-9,-32 0 5,16 0 0,-1 0 0,-30 0 0,15 0 0,-15 0-1,15 0 34,-15 0-24,15 0-2,-15 0-7,-1 0 1,16 0-2,1 0 1,-17 0 0,1 0-1,15 16 2,-15-16-1,-1 0 0,1 0-1,0 0 2,-1 0-2,16 0 2,-15 0-2,0 0 2,15 0 3,16 16-8,-32-16 4,32 0 0,-16 0 0,1 0-1,14 0 2,1 0-1,-15 0 0,-1 0 0,16 0 0,-32 0 4,16 0-8,-15 0 7,0 0-6,30 0 3,-14 0 4,-1 0-8,0 0 4,0 0 0,16 0 0,0 0-1,0 0 2,-31 0 3,30 15-8,17-15 3,-16 0 2,-16 0-1,0 0 0,32 16 0,-32-16-1,31 15 2,-30-15-1,14 0 0,-14 16-1,-1-16 1,0 16 1,16-16-1,-32 0 8,32 15-8,-15-15-1,-17 0 2,16 0-2,16 0 2,-16 0-1,1 0 0,-1 0-1,0 0 2,-15 0-1,31 0-1,-32 0 2,1 0-2,-1 0 9,1 0-8,15 0 1,-15 0 6,15 0-6,-15 0 16,15 0-18,-15 0 9,-1 0-8,1 0 0,15 0 0,0 0 0,0 0 0,-15 0 8,15-15-8,-15 15-1,15 0 10,-15 0-1,15 0-1,-15 0-6,-1 0-1,1 0 0,15 0-1,0 0 2,1 0 7,-1 0-8,-16 0 1,32-16-2,0 16 1,-31 0 4,31-16-9,-32 16 5,32 0 1,-31-15-2,-1 15 1,1 0 1,-1 0-1,17 0 4,-32-16-8,15 16 4,1 0 0,15 0 0,0-15 0,1 15 0,-1 0 0,-16 0-1,1 0 1,0 0 1,15 0 7,-16 0-8,1 0 0,0-16 0,-1 16 0,1 0 0,15 0 0,-15 0 0,-1 0 0,1 0 0,0 0 0,15 0 0,-16 0 0,17 0 8,-17 0-8,1 0 8,0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36.67622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3-04-03T04:12:09.9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6886 9510 0,'16'0'39,"30"0"-30,1 0-2,0 0 2,0 0-2,-16 0 1,32 0 0,-17 0 5,1 0-10,0 0 5,-31 0 8,31 0-8,-16 0 8,-16 0-8,1 0 1,0 0-1,-1 0-1,1 0 1,15 0 0,-15 0 1,15 0-1,16 0 0,-32 0-1,1-16 1,15 16 1,1 0 3,-17 0-9,1 0 6,-1 0 3,17 0-1,-17 0-3,1 0 0,-1 0 0,48 0 1,-16 0-2,-16 0 1,16 0 0,0 0 0,-32 0 1,16 0-1,-15 0 0,31 0 3,-31 0-7,15 0 9,16 0-2,-32 0-2,32 0 3,0 0-9,-16 0 5,0 0 1,16 0 2,-31 0-6,15 0 6,-15 0-7,-1 0 5,1 0-2,15 0 1,0 0 9,-15 0-10,31 0 1,0 0 0,15 0 0,-31 0 1,16 0-2,-16 0 9,-15 0-8,15 0 0,-15 0 8,15 0 0,-15 0 1,15 0-5,-15 0-9,30 16 5,-30-16 1,31 15-2,-32-15 1,17 0 0,-17 0 0,17 0 1,-17 0-2,-15 16 1,31-16 0,-15 0 0,15 0 9,0 0-10,1 0 2,15 31 3,-16-31-9,16 0 5,15 0 0,-31 0 1,47 16 3,-62-16-9,31 0 5,-32 0 0,17 0 4,-17 0-8,32 0 8,-31 0-8,15 0 4,-15 0 0,15 0 0,0 0 0,16 0 1,0 0 1,15 0-5,1 0 3,-17 0 0,-14 0 1,-1 0-1,16 15-1,-32-15 2,17 31-2,-17-31 9,1 0-8,-1 0 8,1 0-7,0 0 2,15 0-7,0 0 5,16 0-2,-16 0 1,0 0 1,-15 0-2,15 0 1,0 0 0,-15 0 8,0 0 1,-1 0-10,1 0 1,0 0 0,-1 0 0,1 0 0,15 0 0,16 0 0,-16 0 1,0 0-2,-15 0 1,15 0 0,-15 0 0,-1 0 17,1 0-10,0 0-7,-1 0 9,1 0-5,-1 0-8,17 0 12,-17 0-9,1 0 9,15 0-8,-15 0 9,-1 0-9,1-15-1,0 15 10,-1 0-10,16 0 1,-15 0 17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36.67622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3-04-03T04:12:20.3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5887 3232 0,'0'-31'160,"0"16"-145,0-1 25,0 0-23,0 1-5,0-1-2,0-15-2,0 15 32,0 1-32,0-1 9,0 0-2,0 1 2,0-1-2,0 1 10,0-17-13,0 17 24,0-1-29,0 1 2,-16-1 15,0 16-16,1-16 0,-1 1 0,1 15 0,15-16 0,-32 0 7,-14 1 2,30-1-9,0 16 0,1 0-1,-1 0 2,-15 0 4,15-15-10,-15 15 5,15-16-1,-15 16 2,0-16-1,0 16-1,-16-15 2,31 15-2,1 0 1,-17 0 0,17 0 1,-1-16-1,-15 16 1,0-15-2,0-1 9,15 16-8,0 0 9,-15 0-10,0 0 9,0 0-9,15 0 10,0 0-9,1 0 4,-16-16 0,15 16 3,-31 0 2,31 0-9,-15 0 0,16 0 0,-17 0 0,17 0 0,-1 0 7,1 0-7,-1 0 9,0 0 7,-15 0-8,15 0 8,1 16-7,-1-16-10,-15 16 2,15-1 6,1 1 2,-1 15 7,1-31-17,15 16 6,-16 15-2,16-16 5,0 17 0,-31-1-9,31 0 18,0-15-9,0 15-9,0-15 10,0 15-1,0-16-8,0 17 0,0-1 16,0 0-7,0-15-2,0 15-7,0 0 8,0 0-8,0 1 8,0-17-9,0 17 3,0-1 0,0-16-5,0 1 3,0 0-1,0-1 1,0 16 1,0 1 7,15-17 0,17 16 0,-32 1 0,15-17-8,-15 1 0,0 0 4,31-1-9,-15 16 6,-16-15-1,16 0 0,-1 15-1,1-31 1,-16 15 1,15 1-1,1 0 0,0 15 0,-1-15 8,1-1-8,15 1 0,-31-1 0,31 1 0,-15 0 0,15-1 8,-15-15-8,-1 16-1,1-16 2,15 15 7,-15 1-9,15-16 2,-15 16-2,15-16 2,63 31-1,-79-31 0,1 16 0,15-16-1,0 0 1,-15 0 1,0 0-2,-1 0 18,1 0-17,-1 0 0,1-16 0,-16 0 0,31 16 0,-15-31 0,-1 31 0,-15-31 8,16 15-7,-16-15 6,16 15-7,-16-15 0,15 16 0,1-17 0,-16 1 0,16 0 8,-1 0-8,-15 15 0,0 0 0,0 1 0,0-16 0,0 15 0,0-15 8,16 15-8,-1-15 0,-15 15 1,0 1 7,0-1-3,0 0-11,16 1 14,-16-1-8,0-15 17,0 15-18,0 1 1,0-1 17,16 1-18,-16-1 2,15 0 6,1-15-7,-16 15 8,15 16-9,-15-31 2,32 16-2,-17-17 10,17 17-10,-32-1 10,15 16 16,1 0-18,-16-15-7,15 15 1,1-16 16,0 16-3,-16-16-14,15 16 1,1-15 6,-1 15 1,-15-16-8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36.67622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3-04-03T04:12:10.7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8525 8182 0,'16'16'54,"-16"0"-38,16 30-7,-16-14 7,0 14-9,0-30 2,0 0-1,0 15-1,0 0 1,0 0 0,0 1 8,0-17-7,0 16-1,0-15 7,0 15-6,0-15-1,0 15 0,0-15 0,0-1-1,0 17 1,0-17 0,0 16 0,0-15 9,0 15-9,0-15 8,0 15-9,15-15 1,-15-1 1,0 17-2,0-17 1,0 16 0,0-15 0,0 0 0,0-1 0,0 1 1,0 15-2,0-15 1,0 31 0,0-32 0,16 16 1,-16 1-2,0-1 2,0-16-2,0 17 1,0 15 0,0-16 0,0 16 0,0-32 0,0 32 0,0-16 0,0-15 0,16 0 0,-16-1 0,0 1 0,0 15 1,0-15-2,0 15 1,0 0 0,0 0 0,0-15 1,0 15-2,0-15 2,0-1-1,0 17-1,0-17 2,0 16-1,0-15 5,0 0-10,0-1 5,0 1 0,0 0 5,0-1-11,0 16 87,-16-15-81,0 15 8,16 16-1,0-31 2,0-1-10,-15 17 1,15-1 0,0 16 1,-32-1 0,32-30 6,0 15 41,0-15-40,0 0-9,0-1 1,-15 16 9,15 16-2,0-31 10,-16 15-9,16-15 9,0-1 14,0 1-31,0 0 8,0-1 0,0 16 0,16-15 0,15-47 56,-31-79-64</inkml:trace>
  <inkml:trace contextRef="#ctx0" brushRef="#br0" timeOffset="2056">8525 8151 0,'16'0'14,"0"0"-6,-1 0 0,17 0 1,-17 0-2,16 0 1,1 0 0,-17 0 0,1 0 0,31 0 0,-16 0 0,16 0 0,0 0 1,15 0-2,0 0 1,1 0 0,-1 0 0,-15 0 0,-16 0 0,-15 0 0,15 0 0,1 0 0,-17 0 17,1 0-18,15 0 2,0 0 7,-15 0-9,31 0 1,-16 0 0,0 0 1,16 0-2,-31 0 1,-1 0 0,16 0 0,-15 0 0,0 0 1,-1 0-1,16-16 7,1 16-6,-1 0-2,-15 0 1,30 0 0,-30 0 0,15 0 0,-15-15 1,-1 15-2,1 0 1,0 0 0,-1 0 0,17 0 0,-17 0 0,32 0 0,0 0 8,-16 0-7,-15 0-2,31 0 1,-32 0 8,16 0-7,-15 0 7,0 0-9,-1 0 1,1 0 0,-1 0 1,1 0-2,0 0 1,31 0 1,-32 0 4,32 0-11,-31 15 7,30 1 3,1-16-8,0 16 4,-16-16-1,32 15 1,-16-15 0,-1 0 1,17 0 3,-16 0-9,0 32 8,-1-32-6,-14 0 3,-17 0 1,32 0-2,-31 0 5,15 0-8,16 0 5,-16 0-2,0 0 1,-15 0 0,15 0 1,-15 0-2,-1 0 2,1 0-1,15 0-1,0 0 10,-15 0-9,15 0 0,-15 0 0,15 0-1,0 15 10,-15-15-10,0 0 2,-1 0 31,16 16 56,-31-1 120,0 1-209,0 15 2,0-15-1,0 15 0,0-15-1,0 31 1,0-1 0,0-14 0,0 14 1,0-30-1,16 31-1,-16-16 1,0-15 0,0 31 0,0-16 0,0-16 0,0 1 1,0 15-2,0 16 1,0-31 1,16 15-2,-16-15 1,15-1 1,-15 1 7,0-1-1,0 1-7,0 15 9,0-15-10,16 15 9,-16-15 1,0-1-9,0 1 0,0 0-1,0-1 1,0 1 0,0-1 0,0 1 10,0 15-12,0-15 5,0-1-5,0 1 7,15 0-11,-15-1 23,0 17-17,0-1 9,0-16-5,0 32-10,0 0 6,0-16 0,0 16 1,0 16 3,0-32-8,0 0 4,0-15-1,0 15 1,0 0 0,0-15 1,16-1-1,0 1-1,-16 0 10,0-1-10,0 1 1,0 15 0,0-15 1,15-1-2,-15 1 1,0 15 0,0-15 0,16 15 0,0 0 3,-16-15-6,0-1 3,15 1 0,-15 0 0,0-1 0,0 17 0,0-17 0,0 1 0,0-1 8,0 17-8,0-1 0,0-16 0,0 1 1,0 15-2,31-15 9,-31 0 1,0-1-10,0 1 18,0-1-18,0 1 1,16 0 17,-16-1-9,0 1 32,0-1-41,0 1 26,0 0 15,0-1-41,0 1 2,0 0 14,-16-16 290,-15 0-296,0 0-5,0 0-10,15 0 6,-15 0 1,15 0-2,1 0 1,-17 0 1,17 0 3,-16 0-9,15-16 5,-15 16 0,15 0 0,-15 0 0,0-47 4,15 47 0,0 0-4,1 0 1,15-16 63,-16 16-65,1-15 1,-1 15 9,0 0-10,1-16 9,-1 16-8,0 0 0,16-15 8,-31 15-8,16 0 0,-17 0 9,17 0-10,15-16 2,-16 16-2,-15 0 2,0-16-2,0 16 2,-1 0-2,17-15 1,-17 15 9,17 0 7,-1 0-8,-15 0-9,0 0 10,15 0-9,-15 0-1,0 0 1,15 0 10,-15 0-12,0 0 10,15 0-8,-15 0 0,15 0 0,-15 0 0,15 0 0,-15 0 0,0 0 0,15 0 0,1 0 0,-1 0 0,-15 0 0,15 0 0,-15 0 1,15 15-2,1-15 1,-1 0 0,1 0 0,-32 0 1,31 0 6,-31 16-7,32-16 0,-17 0 1,17 16-2,-16-16 1,15 0 0,0 0 0,1 0 1,-1 0-2,-31 15 1,32-15 9,-17 0-10,17 0 10,-16 0-9,15 16 8,0-16 9,1 0 78,-1 0-96,0 0 1,1 0 1,-1 0 7,1 0 56,-1 0-64,-15-16 47,0 1-47,15 15 0,0 0 0,1 0 0,-1 0 8,0 0-8,1 0 570,-32 0-531,31 0-31,-15 0-8,16 0 16,-17 0-16,17 0 0,-16 0-1,-1 15 2,1-15-2,15 16 1,1-16 0,-1 0 0,1 0 1,-1 15 128,-15 17-33,-16-32-90,31 0 3,-15 0-10,15 0 1,1 0 1,-1 0-2,1 0 2,-1 0-2,-15 0 2,15 0-1,-31 0 0,16 0 0,0 0-1,0 0 2,-16 0-2,31 0 2,-31 0-2,32 0 9,-17 0 1,17 0 7,-1 15-9,1-15 1,-1 0-7,0 0 14,1 0-14,-1 0 7,-15 0-8,15 0 15,-15 0-6,16 0 7,-1 0 0,0 0 1,1 0-3,-1 0-13,0 0-2,1 0 18,-1 0 40,1 0-58,-1 0 8,0 0-6,1 16-2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36.67622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3-04-03T04:12:10.6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22765 6996 0,'-15'15'30,"15"1"34,0-1-40,0 17-17,0-17 10,0 1-10,0 0 1,0-1 0,0 16 10,0-15-11,0 0 9,-16-1-8,16 1 0,0 15 16,0-15-17,-15-1 10,15 16-9,0 1 8,-16-32-9,16 15 2,0 1 6,0 0-6,0-1-2,0 1 2,0-1-1,0 1 1,-16-16-3,16 16 2,-15 15 2,-1-16-3,16 17 17,-16-17-8,16 17 17,0-17-9,0 1-8,0-1-2,0 1 2,0 0 8,0-1-16,0 1 0,0-1 8,0 1-8,0 0 8,0-1-4,0 1-8,0 0 44,0-1-40,16 1 0,-16-1 16,16 1-16,15-16 8,-15 16-8,-1-1 9,1-15-1,15 0 16,-15 0-17,15 0-7,-16 0 8,17 0-7,-17 0-2,17 0 2,-17 0-2,1 0 1,15 0 1,-15 0-1,30 0-1,1 0 9,-31 0-8,15 0 0,-15 0 0,15 0 1,-15 0 7,15 0 0,-16 0 8,1 0-9,0 0-7,-1 0 0,16 0 1,1 0-2,-17 0 2,1 0-2,0 0 2,-1 0-2,1 0 1,15 0 16,-15 0-15,-1 0-2,1 0 1,-1 0 0,17 0 9,-17 0-10,1 0 1,0 0 0,-1 0 0,1 0 1,-1 0-2,1 0 1,15 0 8,-15 0-8,-1 0 0,17-15 8,-17 15 0,1-16-8,-16 0 0,16 16 1,-1-15-1,1 15 0,-16-31 0,0 15 0,15 0 0,1-15 4,0 15 8,-16-15-12,0 16 17,0-1-10,0 0-8,0-15 25,0 16-23,0-1 14,0 0-15,0 1 0,0-1 16,0 0-16,0 1 0,0-1 9,0 1-9,0-1-1,0 0 1,0 1 9,-16-16-9,-15-1 16,31 17 0,0-1-16,0-15 7,-16 31-7,16-16 17,0 1-18,0-1 9,0 0-8,0 1 0,-15 15 0,-1-16 17,16 1 14,0-1-30,0 0 7,-16 1-9,16-1 1,0 1 17,-15 15 7,-1-32-16,0 17 7,1 15 2,-16-16-17,-32 0 8,48 16-9,-17 0 1,-15-15 1,16 15-1,0 0-1,-16 0 1,32 0 0,-17 0 1,17 0-2,-32 0 2,31 0-1,-15 0-1,15 0 2,1 0-2,-16 0 1,15 0 9,-15 0-5,15 0-1,-15 0-3,0 0 9,15 0-9,0 0-1,1 0 1,-1 0 0,1 0 1,-17 0-1,17 0-1,-1 0 1,-15 0 0,15 0 1,1 0-2,-1 0 1,-31 0 1,32 15 7,-32-15 0,16 0 17,15 0-1,0 16 128,16 0-154,-15-16 3,-1 0 7,0 15-8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40.33614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3-04-04T08:18:28.5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11562 10301 0,'45'0'127,"-23"0"-121,0 0 9,0 0 2,0 0-9,0 0 0,1 0 15,-1 0-22,0 0 39,22 0-15,-22 0 6,0 0 25,1 0-7,21 0-34,-22 0 26,0 0 6,0 0 2,23 0-26,-23 0-7,0 0 9,0 0-10,22 0 9,-21 0-16,-1 0 16,22-23-8,-22 1-8,0 22 56,23 0-48,-23 0 8,0 0 1,0 0 15,22 0-9,-21 0-7,-1 0 16,22 0-22,-22 0 44,0 0-30,0 0-8,23 0 9,-23 0-1,0 0-9,0 0-7,22 0 24,-21 0-1,-1 0 1,22 0-16,-22 0 8,0 0-15,1 0 7,43 0 72,-22 0-48,-22 0-32,1 22 0,-1-22 16,0 0-24,0 0 16,0 0 8,0 0 8,23 0-15,-23 0-2,0 0 33,22 23-32,-22-23-6,0 0-4,1 0 18,21 0-24,-22 0 16,22 22 0,-21 0-8,-1-22 0,0 0 16,22 0-16,-22 0 0,0 0 8,1 0 0,21 0-8,-22 0 1,0 0-2,0 0 9,23 0-8,-23 0 0,0 0 8,0 0-5,22 0 2,-21 0-5,-1 0 8,0 0 8,22 0 1,-22 0-2</inkml:trace>
</inkml:ink>
</file>

<file path=ppt/ink/inkAction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40.33614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3-04-04T08:18:22.0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51185">
    <iact:property name="dataType"/>
    <iact:actionData xml:id="d0">
      <inkml:trace xmlns:inkml="http://www.w3.org/2003/InkML" xml:id="stk0" contextRef="#ctx0" brushRef="#br0">9702 12649 0,'44'0'263,"-22"0"-249,0 0 10,1 0-8,21 0-8,-22 0 8,0 0-7,0 0 7,23 0-1,-23 0-6,0 0-2,22 0 9,-22 0 0,1 0-8,-1 0 1,22 0-2,-22 0 17,0 0-7,0 0 6,1 0 1,21 0-16,-22 0 8,0 0-8,22 0 8,-21 0-8,-1 0 8,22-23 0,-22 23 9,0 0-10,1 0 3,21 0 12,-22-44-12,0 44-4,22 0 3,-21 0-2,-1 0-7,0 0 0,22 0 0,-22 0 17,0 0-9,23 0 0,-23 0-1,0 0-7,0 0 0,22 0 0,-21 0 8,-1 0 0,22 0 41,-22 0-33,0 0-8,1 0-9,21 0 1,-22 0 0,0 0 0,0 0 8,23 0 9,-23 0-18,0 0 9,0 0-8,22 0 1,-22 0 7,1 0 8,21 22 16,-22-22 23,0 0-31,23 0 16,-23 0-15,0 0-25,44 0 0,45 0 1,22 0-3,-67 0 3,1 0-2,-1 0 1,-44 0 2,1 0-4,-1 0 10,22 0-8,-22 0 16,0 0 1,0 0-18,23 0 9,-1 0-8,0 0 0,-21 0 0,21 0 0,-22 0 2,0 0 5,0 0 18,23 0-9,-23 0-9,0 0-8,22 0 9,-22 0-8,0 0 0,1 0 8,21 0 0,-22 0 9,0 0-10,0 0 9,1 0-16,21 0 89</inkml:trace>
    </iact:actionData>
  </iact:action>
  <iact:action type="add" startTime="61601">
    <iact:property name="dataType"/>
    <iact:actionData xml:id="d1">
      <inkml:trace xmlns:inkml="http://www.w3.org/2003/InkML" xml:id="stk1" contextRef="#ctx0" brushRef="#br0">16723 12649 0,'0'-23'48,"22"23"-35,23 0 4,-1-22-10,-22 22 1,0 0 0,0 0 1,1 0-2,21 0 1,-22 0 0,0 0 0,0 0 0,23 0 16,-23 0 8,0 0-8,22 0-16,-22 0 0,1 0 8,-1 0 0,22 0 10,-22 0 20,0 0-22,23 0-16,-23 0 0,0 0 9,0 0-10,22 0 9,-22 0 25,1 0-26,-1 0-7,22 0 8,-22 0 2,0 0 37,23 0-40,-23 0-6,0 0-2,0 0 1,45 0 0,-45 0 0,22 0 0,-22 0 2,22 0-4,1 0 4,21 0-2,-22 0 0,-21 0-2,43 0 10,-44 0-8,67 45 0,-67-45 0,44 0 0,-21 0 0,-1 0 2,-22 0-3,22 0 2,23 22-3,-45-22 10,22 22 25,-21 0-26,-1-22 9,22 0-7,-22 22-10,0-22 1,45 0 0,-45 0 1,0 0 6,44 22 9,-43-22 8,21 0-22,-22 0-3,0 0 0,23 0 1,-23 0 0,0 0 0,44 0 8,-44 0 1,23 0 15,-1 0-25,0 0 26,-22 0-17,1 0-9,-1 0 9,44-22 16,-44 22 16,23 0-32,-23 0 0,0 0 32,22 0-32,-22 0 0,1-44 1,21 44-1,-22 0-1,0-22 321</inkml:trace>
    </iact:actionData>
  </iact:action>
  <iact:action type="add" startTime="65619">
    <iact:property name="dataType"/>
    <iact:actionData xml:id="d2">
      <inkml:trace xmlns:inkml="http://www.w3.org/2003/InkML" xml:id="stk2" contextRef="#ctx0" brushRef="#br0">25362 12671 0,'0'0'1,"22"0"36,0 0-23,44 0-7,-21 0 1,-23 0 0,0 0 9,0 0-10,0 0 1,45 0 0,-23 0 10,-22 0-12,0 0 2,23 0 0,-23 0 0,44 0 0,-44 0 0,0 0 8,23 0-5,-23 0-6,0 0 19,0 0-8,22 0 1,-21 0-1,-1 0-8,0 0 7,22 0-3,-22 0-8,1 0 4,21 0 9,0 0-6,-22 0 17,23 0-11,-23 0-10,0 0 1,0 0 1,22 0-2,-22 0 1,1 0 0,43 0 8,-22 0 0,-21 0 1,-1 0-10,0 0 18,22 0-9,-22 0-1,0 0-7,23 0 8,-23 0 0,0 0 8,0 0-8,0 0 0,0 0-8,1 0 9,-1 0-1,0 0-9,22 0 9,-22 0-5,1 0 3,-1 0-7,22 0 1,-22 0 10,0 0-12,0 0 11,23 0 7,-23 0-17,0 0 9,0 0 0,22 0 0,-21 0 16,-1 0-7</inkml:trace>
    </iact:actionData>
  </iact:action>
  <iact:action type="add" startTime="122463">
    <iact:property name="dataType"/>
    <iact:actionData xml:id="d3">
      <inkml:trace xmlns:inkml="http://www.w3.org/2003/InkML" xml:id="stk3" contextRef="#ctx0" brushRef="#br0">28197 12671 0,'0'0'0,"22"0"2,22 0 3,0 0 4,1 0-2,21 0 2,1 0-1,-1 0-1,1 0 1,-1 0 2,-22 0-4,1 0 2,-23 0 0,22 0 0,0 0 0,1 0 2,21 0 4,-44 0 19,0 0-26,1 0 1,21 0 0,-22 0 0,0 0 2,22 0-4,23 0 2,-45 0 0,0 0 0,45 0 0,-45 0 0,22 0 0,23 22 0,-1-22 0,0 0 0,-21 0 0,-1 0 0,22 0 1,-43 0-1,21 0-1,22 44 0,-43-44 2,-1 0-1,22 0 1,-22 0-2,0 0 1,23 0 0,-23 0 0,0 0 1,22 0-1,0 0-1,1 0 1,-23 0 0,0 0 1,0 0-2,45 0 1,-23 0 0,-22 0 0,45 0 0,-45 0 0,44 0-1,-22 0 4,-21 0-4,-1 0 0,0 0 1,22 0 0,23 0 0,-45 0 0,0 0 0,44 0 0,-21 0 0,-1 0 0,0 0 0,-22 0 0,1 0 0,21 0 0,-22 0 9,0 0-9,0 0-1,23 0 1,-23 0 8,0 0-1,22 0-6,-22 0-1,1 0 9,-1 0-10,0 0 25,22 0-7,-22 0-2,0 0 9,23 0 1,-23 0 8</inkml:trace>
    </iact:actionData>
  </iact:action>
  <iact:action type="add" startTime="139193">
    <iact:property name="dataType"/>
    <iact:actionData xml:id="d4">
      <inkml:trace xmlns:inkml="http://www.w3.org/2003/InkML" xml:id="stk4" contextRef="#ctx0" brushRef="#br0">12803 16724 0,'44'0'159,"-22"0"-145,0 0 2,23 0 1,-23 0-2,0 0 2,0 0-2,22 0 1,-21 0-8,21 23 0,-22-23 1,0 0-2,0 0 1,0 0 16,89 44-8,-111-22 1,22 0-9,23-22 7,-23 0-7,0 0 9,22 0-9,-22 0-1,1 0 1,-1 0 8,44 22 16,-66 0-15,22-22-10,23 0 1,21 23 0,0 21 9,-43-44-9,21 0 8,-22 0-9,0 0 1,23 0 0,-23 0 0,0 0 9,0 0-10,22 0 4,-22 0 2,1 0-5,21 0 1,-22 0 7,0 0-9,0 0 9,0 0 1,23 0 6,-23 0 1,0 0-8,22 0-8,-21 0 9,-1 0-10,0 0 1,0 0 1,22 0 6,-44-22-6,22 22-2,1 0 10,-1 0-10,22 0 1,-22 0 0,22 0 0,-21-22 0,-1-1 0,0 23 0,44 0 3,1 0 4,-23-22-1,-22 22 3,0 0-10,1 0 2,21 0-2,-22 0 3,0 0-2,22 0-2,-21 0 18,-1 0-8,0 0-8,22 0 0,23 0 1,-45 0-2,0 0 1,22 0 0,-22 0 0,1 0 1,-1 0-2,22 0 1,-22 0 0,0 0 0,23 0 0,-23 0 0,0 0 0,0 0 0,22 0 0,-22 0 9,1 0 22,-1 0-30,22 0-1,-22 0-1,0 0 2,23 0-2,-23 0 1,0 0 97,0 0-90,22 0 41,-21 0-24,-1 0-15,22 0-1</inkml:trace>
    </iact:actionData>
  </iact:action>
  <iact:action type="add" startTime="142289">
    <iact:property name="dataType"/>
    <iact:actionData xml:id="d5">
      <inkml:trace xmlns:inkml="http://www.w3.org/2003/InkML" xml:id="stk5" contextRef="#ctx0" brushRef="#br0">18805 16769 0,'45'0'55,"-23"0"-48,44 0 0,-22 0 3,-21 22-4,-1-22 2,22 0 0,-22 0 2,45 0-3,-23 0 8,0 0-7,23 0 1,43 0-1,1 0-1,66 44 1,1-44 2,-1 0-4,-44 0 2,-23 0 3,23 0-6,-66 0 3,-1 0 0,-44 0 0,67 44 2,-67-44 4,0 0 3,0 0-2,23 0-7,-23 0 0,0 0 0,0 0 0,45 0 1,-1 0-1,-22 0 0,23 0-1,-45 0 2,0 0-2,22 0 1,-21 0 0,-1 0 0,0 0 11,22 0-13,-22 0 9,45 0-6,-45 0-2,44 0 1,-43 0 0,21 0 1,22 0-2,1 0 2,21 0-2,-43 0 1,21 0 0,-22-22 0,1 0 3,21 22-6,1 0 3,-23 0 0,0-22 1,45 22-2,-67 0 2,44 0-2,1-44 1,21 44 1,23 0-2,-67 0 2,1 0-2,-1 0 1,-22 0 0,0 0 1,1 0-2,-1 0 1,0 0 1,44 0-1,-21 0 0,-23 0 1,44 0-3,1 0 3,-1 0-2,-44 0 2,45 0-1,-23 0-1,0 0 1,1 0 0,21 0 0,-44 0 0,45 0 0,-1 0 0,-44 0 1,45 0-2,-23 0 1,67 0 2,-45 0-4,-44 0 3,89 0-1,-67 0-1,1 0 1,-1 0 0,0 0 0,1 0 1,-23 0-2,0 0 1,22 0 0,-22 0 1,45 0 0,-1 0-3,-22 0 2,45 0 0,-22 0 2,-45 0-4,44 0 2,-22 0 0,-21 0 8,-1 0 0,0 0-8,22 0 0,23 0 0,-23 0 0,45 0 0,-67 0 0,44 0 0,-44 0 1,45 0-2,-1 0 1,-22 0 0,-21 0 1,43 0-2,-44 0 9,0 0-8,23 0 0,-23 0 16,0-22 0,0 22 8,0 0 113,-22 22-121</inkml:trace>
    </iact:actionData>
  </iact:action>
  <iact:action type="add" startTime="154600">
    <iact:property name="dataType"/>
    <iact:actionData xml:id="d6">
      <inkml:trace xmlns:inkml="http://www.w3.org/2003/InkML" xml:id="stk6" contextRef="#ctx0" brushRef="#br0">3810 13424 0,'0'22'88,"22"-22"-81,0 0 17,0 0-17,1 0 9,21 0-7,22 0-2,-43 0 9,-1 0-5,22 0-6,-22 0 6,45 0-6,-45 0 3,22 0 0,0 0 0,1 0 0,-23 0 0,44 0 0,-44 0 0,23 0 10,-23 0-4,0 0-6,0 0 1,22 0-2,-21 0 1,-1 0 0,22 0 1,0 0-2,1 0 2,-23 0-2,0 0 1,22 0 0,-22 22 0,1-22 0,21 0 0,-22 0 1,22 22-1,1 0-1,-1-22 1,-22 0 1,0 0-2,0 0 1,23 0 1,-23 0-2,44 23 1,-44-23 8,23 0 0,-23 0-6,22 22-4,-22 0 3,0-22-2,1 0 3,-1 0-4,22 0 5,-22 0-6,22 0 21,-21 22-11,-1-22-8,0 0 2,22 0 6,-22 0-7,0 0 0,1 0 1,21 0-2,0 0 2,23 0-2,-23 0 1,22 0 0,1 0 1,44 0-2,-1 0 1,-43 0 0,-1 0 3,1 0-6,-1 0 4,-22 0-2,-21 0 2,-1 0-2,22 0 2,-22 0-2,0 0 2,1 0-2,43 0 9,-66-22-8,22 22 0,0 0 2,0 0-4,23 0 2,-23 0 0,0 0 0,22-22 0,23 0 0,-45 22 0,0 0 0,22 0 0,23 0 0,-45 0 1,0-23 7,0 23-8,45 0-1,-45 0 2,22 0 0,-22 0-3,0-22 2,23 22 9,21 0-7,-44 0 3,1 0-5,21-44 1,22 44-2,-44 0 4,45 0-6,-45 0 3,0 0 0,22 0 0,-21 0 2,-1-22 4,0 22-5,0 0 0,0 0-3,0 0 1,1 0 2,21 0-1,22 0 0,1 0 0,-1 0 1,-44-44-2,67 44 3,-45 0-4,23 0 2,-45 0 0,22-23 3,-22 23-6,0 0 3,23 0 0,-23 0 0,44 0 10,-44 0-12,23 0 2,-23 0 0,0 0 0,0 0 0,22 0 0,-21 0 0,43 0 0,1 0 0,-1 0 0,0 0 0,1 0 0,44 0 0,-45 0 0,1 0 0,-45 0 1,44 0-2,1 0 10,-45 0-9,22 0 0,-22 0 7,0 0 1,23 0 1,-23 0-10,44 0 1,-44 0 3,1 0-6,43 0 11,-22 0 8,-22 0 27</inkml:trace>
    </iact:actionData>
  </iact:action>
</iact:actions>
</file>

<file path=ppt/ink/inkAction2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40.33614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3-04-04T08:18:22.0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65755">
    <iact:property name="dataType"/>
    <iact:actionData xml:id="d0">
      <inkml:trace xmlns:inkml="http://www.w3.org/2003/InkML" xml:id="stk0" contextRef="#ctx0" brushRef="#br0">19005 8661 0,'22'23'56,"-22"-1"-42,44-22-6,0 0 18,-21 0-21,21 0 7,-22 0-6,0 0 3,22 0 5,-21 0 2,-1 0 12,0 0-23,22 0 1,0 0 19,1 0-17,-23 0 2,0 0 5,0 0 0,23 0-12,-23 0 4,0 0 7,0 0 10,22 0-16,-22 0 0,1 0 0,21 0 0,-22 0 16,0 22-8,22-22-8,-21 0 0,-1 44 8,0-44 0,22 0-9,-22 0 2,1 0 7,21 0-8,-22 0 2,0 0-4,0 0 10,0 0-8,1 0 0,-1 0 0,0 0 16,0 0-8,22 0 0,-22 0-8,1 0 0,-1 0 0,22 0-1,-22 0 2,0 0-1,23 0 8,-1 0-8,-44 22-1,44-22 2,-22 0-1,1 0 0,-1 0 8,22 0-8,-22 0 8,0 0 8,23 0-16,-23 0 0,0 0 0,0 0 8,22 0-8,-22 0 0,1 0 9,-1 0-2,22 0-7,-22 0 8,0 0 2,23 0 12,-23 0 10,0 0 0,0 0-8</inkml:trace>
    </iact:actionData>
  </iact:action>
  <iact:action type="add" startTime="75499">
    <iact:property name="dataType"/>
    <iact:actionData xml:id="d1">
      <inkml:trace xmlns:inkml="http://www.w3.org/2003/InkML" xml:id="stk1" contextRef="#ctx0" brushRef="#br0">15372 8728 0,'22'0'5,"0"0"4,1 0 7,43 0-8,-22 0 8,-22 0-8,1 0 8,-1 0-8,22 0 0,-22-22 0,0 22-1,23 0 2,-23 0 8,0 0-2,22 0 3,-22 0-13,1 0 4,-1 0 1,22 0 4,-22 0-6,0 0 16,23 0-8,-23 0 2,0 0-4,0 0-6,22 0 0,1 0 0,-1 0 0,22 0 10,-43 0-11,-1 0 3,0 0 20,22 0-7,-22 0-15,0 0 0,1 0-1,21 0 1,-22 0 17,0 0-1,0 0-8,23 0 0,-23 0 1,0 0 4,0 0-10,22 0 9,-21 0-14,-1 0 7,22 0 3,-22 0-6,0 0-4,0 0 10,23 0 10,-1-22-12,-44-1 19,44 23-10,-22 0-8,1 0 10,21 0-9,-22 0 9,0 0-9,0 0 3,1 0 17,21 0 12</inkml:trace>
    </iact:actionData>
  </iact:action>
  <iact:action type="add" startTime="101787">
    <iact:property name="dataType"/>
    <iact:actionData xml:id="d2">
      <inkml:trace xmlns:inkml="http://www.w3.org/2003/InkML" xml:id="stk2" contextRef="#ctx0" brushRef="#br0">12493 9127 0,'22'0'8,"22"0"55,-22 0-40,0 0-7,1 0-1,21 0 10,-22 0 7,0 0-8,22 0 0,-21 0-8,-1 0-9,0 0 10,22 0-1,-22 0-5,1 0 5,21 0-11,-22 0 3,0 0 8,0 0-9,23 0 3,-23 0-4,0 0 2,44 0 0,-21 0 1,65 0 17,-43 0-18,-23 0-3,-22 0 4,0 0-1,1 0 0,65 22 1,-21 0-2,-45-22 1,66 0 10,-43 0-12,-23 0 2,0 0 8,0 0-7,0 0-2,23 0 17,-23 0 9,0 0-18,22 0 1,-22 0 0</inkml:trace>
    </iact:actionData>
  </iact:action>
  <iact:action type="add" startTime="103403">
    <iact:property name="dataType"/>
    <iact:actionData xml:id="d3">
      <inkml:trace xmlns:inkml="http://www.w3.org/2003/InkML" xml:id="stk3" contextRef="#ctx0" brushRef="#br0">16369 9193 0,'44'0'37,"-22"0"-4,0 0-26,1 0 10,21 0-10,-22 0 2,44 22-1,90-22 0,-112 44 0,111-21 0,-22-23 0,44 44 0,-111-44 0,45 44 0,-67-44 0,-21 0 0,-1 0 0,44 0 0,-21 0 0,-23 0 0,0 0 0,89 44 0,-67-44 0,44 45 7,-43-45-11,21 0 1,89 22 16,-44-22-16,-45 0 0,1 0 3,44 44 1,-67-44-1,-22 0 0,45 0-1,-45 0 1,0 0 1,22 0-1,-22 0-1,0 0 10,1 0-9,21 0 0,-22 0 8,44 0 0,-43 0-9,21 0 2,-22 0-2,0 0 2,0 0-1,23 0 0,-23 0-1,0 0 10,0 0 15,22 0-24,-21 0-1,43-44 2,-44 44-2,22 0 1,-21 0 1,-1 0-2,0 0 2,22 0-1,-22 0 0,1 0 0,21-22 1,-22 22-3,0 0 27,22 0-25,-21 0-1,-1 0 2,0 0-2,44 0 1,-21 0 1,-23 0-1,0 0 0,22 0 0,-22 0 0,1 0 2,-1 0-4,44 0 2,-22 0 0,-21 0-1,-1 0 2,0 0-2,22 0 1,-22 0 17,0 0-18,23 0 10,-23 0-1,0 0-9,0-22 9,0 22 1,23 0 7,-23 0 8,0-23-16,0 23 0,22 0 7,-21 0-6,-1 0-1,22 0-8,-22 0 0,0 0 0,0 0 8,23 0-8,-23 0 8,0 0 0,0 0-8,22 0 0,-21 0 0,-1 0 0,22 0-1,0-44 11,1 44-4,-23 0 35</inkml:trace>
    </iact:actionData>
  </iact:action>
  <iact:action type="add" startTime="114475">
    <iact:property name="dataType"/>
    <iact:actionData xml:id="d4">
      <inkml:trace xmlns:inkml="http://www.w3.org/2003/InkML" xml:id="stk4" contextRef="#ctx0" brushRef="#br0">15970 10256 0,'22'0'103,"0"0"-79,23 0 7,-23 0-15,0 0-1,0 0 17,45 22-15,-23-22 31,-22 0-39,0 0 14,0 0 1,23 0-8,-23 0 9,0 0 6,0 0-15,22 0 8,-21 0-9,-1 0 2,22 0-9,-22 0 0,0 0 10,0 0-12,23 0 3,-23 0 7,0 0-10,22 0 3,-21 0 7,-1 0-8,0 0 8,22 0-1,-22 0 2,0 0-9,23 0 19,-23 0-14,0 0-5,67 0 18,-67 0-20,0 0 1,22 0 2,-22 0 2,1 0 3,-1 0-6,22 0 23,-22 0-15,0 0 8,0 0-8,23 0 0,-23 0 24,0 0 0,0 0-24,22 0 0,-21 0 0,-1 0 24,22 0-8,-22 0-16,0 0 0,1 0 0,21 0 0,-22 0 24,0 0-16,0 0 1,23 0 38</inkml:trace>
    </iact:actionData>
  </iact:action>
  <iact:action type="add" startTime="124229">
    <iact:property name="dataType"/>
    <iact:actionData xml:id="d5">
      <inkml:trace xmlns:inkml="http://www.w3.org/2003/InkML" xml:id="stk5" contextRef="#ctx0" brushRef="#br0">18739 10433 0,'0'0'2,"22"0"6,0 0 11,0 0-12,67 0 17,-45 0-21,23 0 2,-45 0 2,44 0 1,1 0 1,-1 0-2,-44 0 1,45 0 1,-1 0 15,1 0-21,-45 0 1,44 0 21,-44 0-20,1 0 0,-1 0 33</inkml:trace>
    </iact:actionData>
  </iact:action>
  <iact:action type="add" startTime="125445">
    <iact:property name="dataType"/>
    <iact:actionData xml:id="d6">
      <inkml:trace xmlns:inkml="http://www.w3.org/2003/InkML" xml:id="stk6" contextRef="#ctx0" brushRef="#br0">18562 11275 0,'0'0'3,"22"0"0,0 0 3,0 0 1,45 0 1,-23 0 0,-22 0 0,44 0 1,23 0 12,-45 0-14,1 0-2,-23 0 11,22 0-1,-22 0 1,0 0 0,23 0-8,-23 0 8,22 0 11,0 0-21,-21 0 5,-1 0 1,44 0-4,-22 0 0,23 0 0,-45 0 0,0 0 0,0 0 0,23 0 10,-23 0 20,22 22-22,-22-22 8</inkml:trace>
    </iact:actionData>
  </iact:action>
</iact:actions>
</file>

<file path=ppt/ink/inkAction3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40.33614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3-04-04T08:18:22.0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58963">
    <iact:property name="dataType"/>
    <iact:actionData xml:id="d0">
      <inkml:trace xmlns:inkml="http://www.w3.org/2003/InkML" xml:id="stk0" contextRef="#ctx0" brushRef="#br0">13777 12804 0,'45'0'55,"-23"0"-40,22-23 0,-22 1-6,0 22 9,1 0-13,-1 0 3,44 0 9,-22 0-10,-21 22 1,21-22 2,0 0-4,-22 0 12,45 0 12,-45 0-27,0 0 5,0 0-3,23 0 11,-23 0 0,0 0 0,22 0 0,-22 0 0,0 0 0,1 0-8,21 0 1,0 23-2,0-23 10,-21 0-10,65 0 19,-66 0-20,1 0 2,21 0 9,-22 0-10,0 0 26,0 0-18,23 0 2,-23 0-10,0 0 9,22 0 0,-22 0 1,0 0 14,1 0-15,21 0 24,-22 0 0,0 0-24,0 0-8,23 0 1,43 0-2,1 0 1,-67 0 0,0 0 0,22 0 0,-21 0 9,21 0-9,0-45 15,-22 45-15,0 0 32,23 0-8,-23 0-16,0 0 10,22 0-12,-21 0-6,-1 0 0,0 0 0,89 0 17,-89 0-18,44 0 1,-22 0 0,67 22 17,-89-22-10,1 0 3,-1 0-12,22 0 10,-22 0-8,22 0 0,-21 0 0,-1 0 0,0 0 24,0 0 40</inkml:trace>
    </iact:actionData>
  </iact:action>
</iact:actions>
</file>

<file path=ppt/ink/inkAction4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40.33614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3-04-04T08:18:22.0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37640">
    <iact:property name="dataType"/>
    <iact:actionData xml:id="d0">
      <inkml:trace xmlns:inkml="http://www.w3.org/2003/InkML" xml:id="stk0" contextRef="#ctx0" brushRef="#br0">5648 1817 0,'0'22'111,"45"-22"-96,-23 0-6,22 0 19,0 0-17,-21 0-3,-1 0-1,22 0 10,-22 0-8,0 0 1,45 0-5,-45 0 3,22 0 0,-22 0 2,1 0-4,21 0 2,-22 0 0,0 0 0,67 0 25,-67 0-9,0 0-17,22 0 9,-21 0-8,-1 0 1,22 0 6,-22 0-7,0 0 8,0 0 0,23 0 8,21 0-8,-44 0 9,0 0-9,45 0 0,-45 0-1,0 0-7,0 0 8,23 0-8,-23 0 8,44 0 14,-44 0-26,1 0 11,-1 0 8,22 0-15,-22 0 9,0 0 7,23 0-9,-23 0 9,0 0-8,0 0-6,22 0 4,-21 0 10,-1 0 9,0 0-2,22 0 1,-22 0 51</inkml:trace>
    </iact:actionData>
  </iact:action>
</iact:actions>
</file>

<file path=ppt/ink/inkAction5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40.33614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3-04-04T08:18:22.0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40593">
    <iact:property name="dataType"/>
    <iact:actionData xml:id="d0">
      <inkml:trace xmlns:inkml="http://www.w3.org/2003/InkML" xml:id="stk0" contextRef="#ctx0" brushRef="#br0">17786 8684 0,'23'0'23,"-1"0"-8,0 0 17,22 0-16,-44-23-8,22 23-1,0 0 10,1 0 0,21 0-1,-22 0-9,0 0 8,0 0 2,0 0 7,1 0-16,-1 0 16,0 0 0,0 0-5,0 0-6,23 0 2,-23 0 1,0 0 1,22 0 7,-22 0-8,0 0-9,1 0 2,21 0 7,-22 0-8,0 0 8,22 0 0,-21 0 0,-1 0 0,0 0-8,22 0 16,-22 0-11,1 0-2,21 0 13,-22 0-7,0 0 22</inkml:trace>
    </iact:actionData>
  </iact:action>
  <iact:action type="add" startTime="42186">
    <iact:property name="dataType"/>
    <iact:actionData xml:id="d1">
      <inkml:trace xmlns:inkml="http://www.w3.org/2003/InkML" xml:id="stk1" contextRef="#ctx0" brushRef="#br0">17565 9127 0,'22'-23'14,"0"23"18,0 0-9,23 0 1,-23 0-9,0 0-7,0 0 9,45 0-9,-23 0 8,-22 0-9,0 0 1,22 0 2,1 0 10,-23 0-14,22 0 6,-22 0-3,0 0 7,23 0-8,-23 0 8,0 0 0,0 0-8,23 0 8,-23 0 0,0 0 0,0 0-8,22 0 17,-22 0-10,1 0 1,21 0-9,-22 0 10,0 0-9,0 0 19,23 0-21,-1 0 20,0 0-13,-22 0 59</inkml:trace>
    </iact:actionData>
  </iact:action>
</iact:actions>
</file>

<file path=ppt/ink/inkAction6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40.33614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3-04-04T08:18:22.0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42761">
    <iact:property name="dataType"/>
    <iact:actionData xml:id="d0">
      <inkml:trace xmlns:inkml="http://www.w3.org/2003/InkML" xml:id="stk0" contextRef="#ctx0" brushRef="#br0">10078 7066 0,'0'23'38,"23"-23"-15,-1 0-6,0 0-10,22 0 1,-22 0-1,0 0 11,45 0-3,-45 0 1,22 0 0,-22 0-13,45 44 7,-45-44-6,22 0 11,-21 0 1,-1 0-1,22 0-6,-22 0 7,22 0 8,-21 22-16,-1-22 0,22 0 18,0 0-12,-22 0 3,1 0-2,-1 0-7,-22 22 0,44-22 8,-22 0 2,0 0-4,0 0 2,1 22-8,-1-22 0,0 0 8,0 0-8,0 0 0,23 0 0,-23 0 0,0 0 0,0 0 0,22 0 0,-22 0 16,1 0-8,21 0 16,-22 0-8,0 0 0,0 0 57,23 0 30,-23 0-70,0 0-2</inkml:trace>
    </iact:actionData>
  </iact:action>
  <iact:action type="add" startTime="45536">
    <iact:property name="dataType"/>
    <iact:actionData xml:id="d1">
      <inkml:trace xmlns:inkml="http://www.w3.org/2003/InkML" xml:id="stk1" contextRef="#ctx0" brushRef="#br0">13999 7089 0,'44'0'159,"-22"0"-144,23 0 3,-23 22-13,0-22 12,0 0-1,0 0 0,0 22-8,23-22 8,-23 0 0,0 0 0,22 0 0,-22 0-8,1 0 8,-1 0-8,22 0 8,0 44 0,1-44 16,-23 0-7,0 0-10,22 0 2,-22 0-2,0 0 10,1 0-10,21 0-8,-22 0 10,0 0-9,0 0 8,1 0-8,21 0 20,-22 0-16,0 0 7,22 0-12,-21 0 17,-1 0 6,0 0-10,22 0 0,-22 0-4,0 0-8,23 0 8,-23 0 8,0 0 8,0 0-16,23 0 0,-23 0 0,0 0-8,22 0-1,-22 0 10,0 0 7,1 0 16,21 0-16,-22 0-8,0 0-6,22 0 5,-21 0 8,-1 0 25,0 0 16</inkml:trace>
    </iact:actionData>
  </iact:action>
  <iact:action type="add" startTime="54065">
    <iact:property name="dataType"/>
    <iact:actionData xml:id="d2">
      <inkml:trace xmlns:inkml="http://www.w3.org/2003/InkML" xml:id="stk2" contextRef="#ctx0" brushRef="#br0">9990 7377 0,'22'-23'38,"22"23"-31,-22 0 0,1 0 3,-1 0-3,22 0 1,-22 0-1,0 0 2,23 0-1,-23 0 0,0 0 0,0 0 8,22 0-8,-22 0 16,1 0-16,21 0 0,-22-22 9,0 22-2,23 0-6,-23 0-2,0 0 17,0 0 8,22 0 0,-44-22 0,22 22-24,1 0 24,-1 0-23,22 0 7,-22 0 87,0 0-31,45 0 160,-45 0-221,22 22-6,-22-22 11,0 0 8,1 0-8,-1 0 16,0 0-16,22 0 17,-44 22-18,22-22-7,1 0 8,-1 0 8,44 45 153,-22-45-153,-21 0-1,-1 0-15,-22 22 16,22-22 16,22 0-8,0 22-16,1-22 75,-23 0-6,-22 22-61</inkml:trace>
    </iact:actionData>
  </iact:action>
  <iact:action type="add" startTime="64800">
    <iact:property name="dataType"/>
    <iact:actionData xml:id="d3">
      <inkml:trace xmlns:inkml="http://www.w3.org/2003/InkML" xml:id="stk3" contextRef="#ctx0" brushRef="#br0">22881 7465 0,'22'0'5,"0"0"53,22 0-43,-21 0 9,-1 0 8,0 0 0,22 0-8,-22 0 16,0 0 16,1 0-23,21 0 38,-22 0-47,0 0 33,0 0-26,23 0 1,-23 0 8,0 0-32,22 0 10,-22 0 12,1 0 1,-1 0-14,22 0 7,-22 0 0,0 0-8,0 0 0,1 0 16,-1 0-24,0 0 47,0 0-29</inkml:trace>
    </iact:actionData>
  </iact:action>
  <iact:action type="add" startTime="67840">
    <iact:property name="dataType"/>
    <iact:actionData xml:id="d4">
      <inkml:trace xmlns:inkml="http://www.w3.org/2003/InkML" xml:id="stk4" contextRef="#ctx0" brushRef="#br0">10056 7908 0,'22'0'87,"1"0"-71,21 0 12,0 0-23,-22 0 0,0 0 5,23 0-4,-23 0 5,0 0-6,0 0 12,22 0-9,23 0 18,-23 0-19,-22 0 0,1 0 9,21 0 0,-22 0 1,0 0-10,0 0 17,23 0 0,-23 0-8,0 0 4,22 0-8,-22 0 12,0 0-8,1 0 9,21 0 7,-22 0-17,0 0-7,22 0 0,-21 0 0,-1 0 0,0 0 8,22 0 16,-22 0-16,1 0 0,-1 0 8,22 0-8,-22 0 40,0 0-48,23 0 9,-23 0-2,0 0 9,0 0 25,22 0-18,-22 0 2,1 0-16,21 0-3,-22 0 35,0 0 23,23 0-49,-23 0 25</inkml:trace>
    </iact:actionData>
  </iact:action>
  <iact:action type="add" startTime="71883">
    <iact:property name="dataType"/>
    <iact:actionData xml:id="d5">
      <inkml:trace xmlns:inkml="http://www.w3.org/2003/InkML" xml:id="stk5" contextRef="#ctx0" brushRef="#br0">23855 7930 0,'0'0'1,"0"-22"43,23 22-30,-1 0-6,66 0 8,-66 0 0,1 0-9,-1 0 2,22 0 7,-22 0-8,0 0 13,23 0 6,-23 0-11,0 0 8,0 0-17,22 0 12,-21 0 3,-1 0 42,0 0-40,0 0-7,0 0-2,0 0 9,0 0 16,1 0 88,21 0-104</inkml:trace>
    </iact:actionData>
  </iact:action>
  <iact:action type="add" startTime="77063">
    <iact:property name="dataType"/>
    <iact:actionData xml:id="d6">
      <inkml:trace xmlns:inkml="http://www.w3.org/2003/InkML" xml:id="stk6" contextRef="#ctx0" brushRef="#br0">14065 7864 0,'22'0'7,"1"-22"1,21 22 0,-22 0 9,0 0-11,0 0 3,45 0 0,-23 0-2,-22 0 9,0 0-8,1 0 16,21 0-8,-22 0 0,0 0-8,22 0 8,-21 0-8,-1 0 0,0 0 8,22 0 0,-22 0 8,0 0-8,1 0 8,21 0-8,-22 0-8,0 0 8,23 0 16,-23 0-8,0 0-8,0 0-8,22 0 0,-22 0 0,1 0 8,21 0 32,-22 0-24,0 0-8,0 0 8,23 0-8,-23 0 2,0 0 4,22 0 10,-22 0 0,1 0-24,-1 0 8,0 0-8,22 0 0,-22 0 32,0 0-8,23 0-16,-23 0 8,0 0 24,0 0-32,0 0 16</inkml:trace>
    </iact:actionData>
  </iact:action>
  <iact:action type="add" startTime="107944">
    <iact:property name="dataType"/>
    <iact:actionData xml:id="d7">
      <inkml:trace xmlns:inkml="http://www.w3.org/2003/InkML" xml:id="stk7" contextRef="#ctx0" brushRef="#br0">23767 8329 0,'22'0'6,"0"0"2,0-22-1,0 22 10,1 0-1,-1 0 0,22 0 0,-22-22-9,0 22 10,23 0-9,-23 0 8,0 0 8,0 0-8,22 0 0,-22 0 0,1 0 0,21-45 16,-22 45 8,0 0-32,23 0 8,-23 0-8,0 0 16,0 0-8,0 0 1,0 0-10,0 0 9,1 0 0,-1 0 8,22 0 16,-22 0-16,0 0 0,0 0 0,23-22 0,-23 22 16,0 0-16,22 0-8,-21 0 0,-1-22 0,0 22 56,22 0-32</inkml:trace>
    </iact:actionData>
  </iact:action>
  <iact:action type="add" startTime="132816">
    <iact:property name="dataType"/>
    <iact:actionData xml:id="d8">
      <inkml:trace xmlns:inkml="http://www.w3.org/2003/InkML" xml:id="stk8" contextRef="#ctx0" brushRef="#br0">17897 8462 0,'22'0'63,"23"0"-16,-23 0-15,0 0 0,0 0 40,22 0-48,-22 0-8,1 0 8,-1 0 0,22 0 0,-22 0 16,0 0-13,23 0-14,-23 0 11,0 0 1,0 0-10,22 0 17,-21 0-16,-1 0 8,22 22-9,-22-22 26,0 0-9,23 0 16,-23 0-32,22 44 0,-22-44 10,0 0 4,1 0 3,-1 0-2,22 0-14,-22 0-2,0 0 9,23 0-8,-23 0 0,0 0 0,0 0 0,0 0 8,22 0-8,-21 0 2,-1 0 4,0 0 26,22 0-6,-22 0 100,-22 23 74</inkml:trace>
    </iact:actionData>
  </iact:action>
  <iact:action type="add" startTime="149297">
    <iact:property name="dataType"/>
    <iact:actionData xml:id="d9">
      <inkml:trace xmlns:inkml="http://www.w3.org/2003/InkML" xml:id="stk9" contextRef="#ctx0" brushRef="#br0">26447 10411 0,'0'0'3,"44"0"0,-22 0 3,45 0 8,-1 0-10,1 0 6,-45 0-5,44 0 7,1 0-6,-45 0-1,44 0 4,-21 0-2,-1 0 5,-44 22-8,44 1 6,1-1 5,-23 0 17,0 0-24,0 0 0,-22 23 8,0 65-8,0 1 0,0 0 0,0 22 1,0 155 17,0-222-20,0 67 19,0-111-19,0 22 1,-44 23 2,22-45-1,-23 177 10,23-110-13,0-23 3,0-21 2,22 21-2,-45 1-1,45-1 1,0-22 0,0 23 0,0-1 0,0-43 0,0-1 1,-22 22 6,22-22 9,0 0-8,-22 23 16,22-23-24,0 0 9,-44 22-2,22 0 2,-23-21-2,23 21-7,0-44 8,0 0 16,0 0-14,0 0-12,-23 0 1,-21 0 2,44 0-1,0 0 0,-23 0 0,23 0 0,0 0 0,0 0 0,-22 0 8,21 0 40</inkml:trace>
    </iact:actionData>
  </iact:action>
  <iact:action type="add" startTime="159896">
    <iact:property name="dataType"/>
    <iact:actionData xml:id="d10">
      <inkml:trace xmlns:inkml="http://www.w3.org/2003/InkML" xml:id="stk10" contextRef="#ctx0" brushRef="#br0">5870 11829 0</inkml:trace>
    </iact:actionData>
  </iact:action>
  <iact:action type="add" startTime="160286">
    <iact:property name="dataType"/>
    <iact:actionData xml:id="d11">
      <inkml:trace xmlns:inkml="http://www.w3.org/2003/InkML" xml:id="stk11" contextRef="#ctx0" brushRef="#br0">5870 11829 0,'22'0'65,"22"0"-27,-21 0-13,-1 0-9,22 0 0,-22 0-1,0 0-7,23-22 8,-23 22 8,0 0 8,0 0-16,22 0-1,-22 0-7,1 0 3,-1 0 5,22 0-1,-22 0-5,0 0 4,1 0-6,21 0 0,-22 0 8,0 0-8,22 0 0,-21 0 0,-1 0 0,44 0 0,1 0 0,-1 0 13,-44 0-16,0 0 9,23 0 18,-23 0-16,0 0 0,0 0-8,22 0 12,-21 0-15,43 0 2,-22 22 3,1-22-3,-23 0 0,22 0 1,23 0 0,-45 0-1,0 0 10,66 22-10,1 0 19,-67-22-18,200 0 16,-200 22-17,0-22 1,22 0 0,23 0 0,-23 0 8,22 0-8,67 0 8,-66 0-9,-45 0 2,44 45-1,1-45-1,-45 0 1,22 0 1,23 44 7,-45-44 0,0 0-8,111 22 0,-67 22 0,1 1 0,66-45-1,177 66 20,-177-21-22,-23-45 4,-43 0-1,-1 44 1,-21-44-2,-23 0 2,0 0-2,22 0 1,1 22 11,21-22 2,0 44-14,1-44 2,44 22 0,22-22-3,-67 45 2,0-45 2,1 0-4,-45 0 2,22 44 0,-21-44 1,-1 0 15,22 0 2,-22 0-21,0 0 3,0 0 1,23 0-2,43 0 2,-88 22-1,67-22 0,-1 0-1,-44 0 1,45 0-1,-1 0 1,-21 0 0,21 0 0,0 0 0,45 0 0,-44 0 1,-1 0-2,1 0 1,-45 0 0,0 0 0,0 0 9,22 0-10,-22 0 1,45 0 1,-45 0-1,22 0-1,-22 0 1,1 0 0,43 0 1,1 0-1,-45 0 0,22 0 8,-22 0-8,22 0 0,-21 0 1,43-22 13,-22 0-17,23 0-1,-45 22 13,22 0-9,1-22 0,-1-1 0,22 1 0,1 22 0,43 0 0,-43 0-1,22-44 4,21 44-6,-43 0 4,-45-22-1,44 22 0,-44 0 0,45 0 3,44 0 3,-67 0-6,22 0-2,1 0 5,-23 0-6,-22 0 4,45 0 0,-1 0-1,1 0 1,-1 0-3,111 0 15,-110 0-16,-1 0 1,111 0 13,-44 0-14,-44 0 2,44 0 2,-22 0-2,-45 0 2,45 0-1,-45 0 0,45 0 0,22 22 0,0-22 0,-45 0 0,45 0 0,44 0 8,67 0-14,-67 0 5,67 0 0,-45 0 1,1 0 0,-23 0 0,66 0 0,-43 0 0,-23 0 0,-22 0 0,22 0 0,-66 0 0,22 0 0,-67 0 0,1 0 0,-45 0 0,66 0 16,-21 0-21,-1 0 2,1 0 5,66 22-4,44-22 15,-66 0-17,-45 0 4,1 0-1,43 0 1,-43 0-1,-1 0 2,1 0-1,-45 0 0,44 0 0,1 0 2,66 0 5,-67 0-9,1 0 3,-1 0 0,0 0-2,1 0 2,-1 0-2,23 0 0,0 0 3,43 0-3,-21 0 3,44 0-3,288 0 17,-310 0-17,44 0 1,-66 0 0,22 0 0,-67 0 0,45 0 0,-44 0 0,21 0 0,45 0 0,-44 0 0,88 0 0,-66-44 0,110 22 0,-66 0-1,22 22 4,-22-23-5,0 1 3,-66 0-3,0 0 3,-67 22 2,44 0-6,23-44 2,22 44 3,-67-23-3,0 23 0,89 0 2,-22-44-1,-45 44 0,1 0 0,-1-22 0,1 22 0,-23 0 0,22 0-1,-43 0 2,21-44-2,0 44 10,23-22-9,-23 22-1,0-23 1,0 1 1,23 0-1,-1 22 0,23-44 0,22 44-1,-45-44 1,23 21 2,88 23 5,-133-22-7,45 0 0,-45 0-1,23 22 2,-23-22-1,-22-23-1,44 45 2,-21-22-2,-45-22 2,88 0-2,-65 22 2,43-23-1,0 1 0,1 0-1,-23-1 2,0 23-1,1-22 0,-23 22 2,44 0-4,-66-1 2,23 1 0,21 0 8,-44 0-9,0 0 34,44-22-25,-44 21-8,0 1 0,0-22 0,0 22 0,0 0 10,0-1-12,0-21 18,0 22-16,0-22 18,-22-1-12,-22 23 2,-23-22 0,45 22-1,0 22-6,-22 0-1,21-44-1,-43 44 2,66-23-1,-22 23 2,-45-22-4,45 22 10,-66-44-8,66 44 2,-45-22-4,23 22 2,-1-45 0,1 45 0,-44-22 0,21 22 8,1-44-8,-1 44 0,23 0 1,-23-44-2,-265-67 19,266 111-21,-23-44 3,23 44 1,-23-45-1,23 45 0,-67-66-1,66 66 2,1 0-1,-1 0 0,45 0 0,-22-22 0,22 0-1,0 22 1,0 0 0,-45 0 3,1 0-5,-23 0 2,-66 0-1,22-23 4,-44 23-6,66 0 3,-22-44 0,67 0 0,-1 44 0,1 0 1,-1 0-1,-43-44 0,65 44 0,-65 0 0,21 0 11,23 0-14,-45 0 2,44 0 2,1 0-1,-45 0-1,1 0 2,43 0-1,1 0 0,-1 0 0,1 0-1,-23 0 1,23 0 1,-45 0-1,-66 0 17,66 0-22,-66 0 1,44 0 4,22 0 0,-66 0-1,66 0 2,-22 0-1,-44 0 2,0 0-4,-67 0 2,67 0 0,0 0 0,110 0 0,-43 0-1,88 0 2,-45 0-1,45 0 0,0 0 0,-45 0 0,23 0 0,-67 0 0,45 0 0,-45 0 0,45 0-1,-23 0 2,0 0-2,1 0 2,-1 0-1,23 0 0,-1 0 1,1 0-3,44 0 2,-23 0 1,23 0-1,0-23 0,-22 23 0,22 0-1,-45 0 2,1-44-1,-1 44 0,-43 0 0,-23 0 0,22-44-1,0 22 2,23 22-1,21 0 0,45 0 0,-44 0 0,21 0 0,-43-45 0,43 45 0,-21 0 0,-1-44 0,1 44 0,44 0 1,-45 0-3,-21-22 3,21 22-1,1 0 0,-1 0 0,23 0-1,0 0 1,44-22 1,-22 22-1,0 0 0,-1 0 0,-43 0 2,-45 0 5,89 0-7,-199-45 16,110 45-16,-177 0 16,44 0-21,67 0 1,66 0 3,-22 0 1,45 0 0,44 0 1,-45-22-1,67 0 0,0 22 0,-1 0 0,1 0-1,-44 0 1,-23-22 1,-21 22-1,-23 0 0,22-44 0,-66 44 0,22-45-1,44 1 1,44 44 1,-43 0-1,43 0 1,1 0-2,-1 0 3,1 0-4,-45 0 2,45 0-1,-23-22 2,1 0-1,-45 22 0,110-22 0,-21 22 0,22-23 0,0 23 0,-67-44 0,67 44 0,-66 0 0,21 0 0,1 0 0,-112 0-1,68 0 2,-1 0-2,44 0 2,1 0-1,-23 0 0,23 0 0,0 0 0,-45 0 0,-22 0 0,-22 0-1,-22 0 2,-1 0-1,46 0-1,43 0 2,-44 0-1,44 22 1,23-22 1,-23 22 5,23-22-9,44 0 2,-67 45-1,67-45 1,-22 22 10,-23-22-11,1 0 1,-23 44 0,23-44 0,-45 0 0,-44 22 0,111-22-1,-67 0 2,45 45-1,-67-45 0,66 0 2,1 22-5,44-22 3,-1 44 1,-43-44-2,44 0 2,0 22-1,0-22 0,-23 0 1,-21 0-2,-1 0 3,23 0-4,-22 45 3,43-45-2,-43 0 0,44 0 2,-22 0-1,21 22-1,1-22 2,-44 0-2,-45 0 2,67 44-1,-23-44 0,45 0 0,0 0 0,-22 0 0,22 0-1,-1 0 1,-43 0 1,22 0-1,22 0 0,-1 0 0,-21 22-1,-22-22 2,43 0-2,1 0 1,0 0 9,-22 0-8,22 0 6,0 0-7,-1 0-1,-21 0 2,22 0-1,0 0 1,-22 0-2,21 0 1,-43 0 8,44 0-6,0 0-4,-45 0 2,23 0 0,22 0-1,0 0 2,-23 0 8,23 0-11,0 0 3,0 0-1,-22 0 0,21 0-1,1 0 2,-22 0-1,22 0 0,0 0-1,-1 0 2,-21 0-1,22 0 0,0 0 0,0 0 0,0 22-1,-1-22 2,1 0-1,0 0 8,-22 0-8,22 0 0,0 0 0,-1 22 0,-43-22 9,66 23-10,-22-23 18,-45 0-21,67 22 7,-22 0-3,0-22 1,0 22 6,0-22-8,0 0 1,-23 22 3,1 0-5,0-22 10,22 23-8,-23-1 8,23 0-8,0-22 0,-22 0 0,21 22 7,23 0 2,-22-22-7,-22 22 6,0 23-10,-23-23 2,67 0 0,-22-22 0,0 22 9,0 0-2,22 22 1,-22-21 0,22-1-8,-22 0 0,22 22 0,-45-22 0,45 1 16,0 21 0,0-22-8,0 44-8,0 1 0,0-23 0,0 1 0,0-23 0,0 22 0,0-22 0,0 0-1,0 0 10,0 23-1,0-23-8,0 0 32,0 44-16,0-43 0,45 43-17,-45-22 9,0-21-7,0-1 7,0 22 0,0-22 2,0 22-2,0 1-9,0-23 3,0 66 19,0-65-25,0-1 40,0 22-28,0-22-8,0 0 8,0 23 8,22-1-16,22 0 8,-44-22-8,0 1 8,0-1-8,0 0 136</inkml:trace>
    </iact:actionData>
  </iact:action>
  <iact:action type="add" startTime="240338">
    <iact:property name="dataType"/>
    <iact:actionData xml:id="d12">
      <inkml:trace xmlns:inkml="http://www.w3.org/2003/InkML" xml:id="stk12" contextRef="#ctx0" brushRef="#br0">21884 14177 0,'22'-22'30,"0"22"-8,1 0-14,-1 0 1,22 0-2,-22 0 1,0 0 0,23 0 0,-23 0 0,0 0 9,0 0-2,22 0 25,-22 0-16,-22 22-8,45 0-6,-45 22-4,22-21 2,22 43 0,-22 1 0,-22-1 0,0 0-1,0 1 1,0-1 0,0-21 1,45 21 1,-45 1-4,0-1 4,0 89 20,0-133-27,0 22 2,0 23 2,0-23 3,0 45-3,0-23 3,0-44-4,0 89 2,0-66-1,0-1 1,0 22 0,0 1 9,22-45-9,-22 22 0,0-22 0,0 23 11,0-23-6,0 22-5,0-22 8,0 0-8,0 23 10,0-23-4,0 0-6,0 0 7,0 22-6,0-21 8,0 43 5,-44-44-13,44 0-1,-23 45 2,23-23-4,-22-22 2,-22 23-1,22-1 10,0-22-9,-1 0 0,-43-22 16,44 0 0,-22 22-16,21 0 8,-21-22-7,0 0 7,22 23-9,-23-23 1,23 22 1,-22-22-2,22 0 9,0 22 0,-1-22 0,1 0-13,0 0 2,0 22 3,0-22-1,-22 0 1,21 22 0,-21 0 0,22-22 1,0 23-1,-22-23 8</inkml:trace>
    </iact:actionData>
  </iact:action>
  <iact:action type="add" startTime="260090">
    <iact:property name="dataType"/>
    <iact:actionData xml:id="d13">
      <inkml:trace xmlns:inkml="http://www.w3.org/2003/InkML" xml:id="stk13" contextRef="#ctx0" brushRef="#br0">26513 10035 0,'0'0'3,"22"0"1,23 0 9,-1 0-6,-44 22 4,44-22 3,-21 0 2,21 22 3,-22 0 10,22-22-22,-22 0 19,1 0-3,21 0 9,-44 22-16,22 0 16,22-22 9,-22 45-18,-22-23-15,45 22 8,-45 1-9,0-1 1,22 22 1,-22-44-1,44 45 21,-44-45-24,0 0 1,0 45 1,22-67 2,-22 22-1,0 22 0,0-22 8,0 45-8,0-45 0,0 0 0,0 22 0,0-22-1,0 1 2,0 43 1,0-22-5,0-21 4,0 43 0,0-44-2,0 45 1,45 21 0,-45-66 0,0 45 0,0-45 2,0 0-4,0 89 18,22-111-6,-22 44 4,0-22-6,0 0 0,0 1 0,0 21 0,-22-44-8,22 22 0,-22 22-1,-23 1 10,1-23-1,44 0 10,-89 44-9,1-43-4,43 21-5,-21-22 0,0 22 0,-1-44 0,45 22 1,-22 23-2,21-45 10,1 0-2,0 0 1,22 22-8,-22 0 8</inkml:trace>
    </iact:actionData>
  </iact:action>
</iact:actions>
</file>

<file path=ppt/ink/inkAction7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40.33614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3-04-04T08:18:22.0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17665">
    <iact:property name="dataType"/>
    <iact:actionData xml:id="d0">
      <inkml:trace xmlns:inkml="http://www.w3.org/2003/InkML" xml:id="stk0" contextRef="#ctx0" brushRef="#br0">10167 5804 0,'22'0'117,"22"0"-94,-21 0-7,-1 0-8,44 0 8,-44 0 0,23 0-6,-23 0 4,0 0-6,22 0 18,-22 0-4,1 0 7,-1 0-24,0 0 1,22 0 10,-22 0 0,0 0 1,-22-22-11,23 22 19,21 0-17,-22 0 17,0 0-16,0 0-3,23 0 11,-23 0 6,0 0 9,22 0-24,-22 0 8,0 0 1,1 0-2,21 0 0,-22 0-6,0 0 6,23 0 2,-23 0-1,0 0 9,44 0 3,-44 0-23,1 0 1,-1 0 1,22 0 10,-22 0 23,0 0-23,23 0-1,-23 0-9,44 0 1,-44 0-1,1 0 1,21 0 10,-22 0-11,44 0 1,-43 0 2,43 0-5,0 0 4,-21 0-1,21 0 0,1 0 1,-1 0-1,-22 0-1,1 0 1,-23 0 0,44 0 8,-44 0-8,23 0 0,-23 0 0,44 0 13,-43 0-15,-1 0 7,0 0 3,44 0-8,-21 0-1,21 0 2,-44 0-2,22 0 2,1 0-2,-1 0 1,-22 0 0,0 0 1,23 0-1,-23 0-1,0 0 2,0 0-2,22 0 2,-21 0 0,-1 0-3,0 0 3,22 0-2,-22 0 10,0 0-9,1 0 19,21 0-21,-22 0 33,0 0 26</inkml:trace>
    </iact:actionData>
  </iact:action>
  <iact:action type="add" startTime="21695">
    <iact:property name="dataType"/>
    <iact:actionData xml:id="d1">
      <inkml:trace xmlns:inkml="http://www.w3.org/2003/InkML" xml:id="stk1" contextRef="#ctx0" brushRef="#br0">23988 6158 0,'67'0'8,"-45"0"-2,22 0 10,0 22-8,1 1-1,43-1 2,67 44-1,89-22 0,0 67 0,-1 22 2,-65 0-4,-23-66 2,-89-45 0,-44 44 1,-22-44-2,44 23 17,-21-1-16,21-22 8,0 22 0,1 1-8,21 65 0,-22-43 1,-22 21 0,133 67-4,-132-110 4,21 43-1,0-21 0,-22-1 0,23 1 0,-23-1 1,22 45-2,-44-89 0,22 45 2,23 21-1,-45-44 0,44 23 0,0-1 0,-22 23 0,23-23 0,-45-43 0,22 21 0,-22-22 0,0 0 0,0 23 0,44 21 0,-44-44 0,44 45 0,-44-45 0,0 22 0,0-22 0,0 22 2,23-21-5,-1-1 12,-22 0-1,0 0-9,0 22 10,22 1-1,-22-23 0,0 0 0,22-22-8,0 22 0,-22 0 0,0 0 0,0 23 0,22 21 0,-22-44-1,45 45 2,-45-1-1,22 1 0,22 21-1,-22-43 2,22-1-1,1 45 0,-45-67 8,0 0-9,0 0 2,22 22 7,-22-22-8,0 1 0,0 21-1,44 22 2,-44-44-2,22 23 2,-22-23-1,45 0 0,-45 22-1,22-21 2,-22-1 8,0 22-10,0-22 9,0 0-8,0 0 16,0 23-8,0-23 0,0 0 0,0 0-8,0 23 0,0-23 8,0 0-8,0 22 0,0-22 8,0 0 0,0 1 0,0 21 8,0-22-16,0 0 0,0 22 1,0-21 10,0-1-15,0 22 3,0-22 50,0 0-33,0 1 17,0-1-18,0 22 9,0-22-24,-22 0 8,0-22-8,22 22 160</inkml:trace>
    </iact:actionData>
  </iact:action>
  <iact:action type="add" startTime="6522">
    <iact:property name="dataType"/>
    <iact:actionData xml:id="d2">
      <inkml:trace xmlns:inkml="http://www.w3.org/2003/InkML" xml:id="stk2" contextRef="#ctx0" brushRef="#br0">11562 10301 0,'45'0'127,"-23"0"-121,0 0 9,0 0 2,0 0-9,0 0 0,1 0 15,-1 0-22,0 0 39,22 0-15,-22 0 6,0 0 25,1 0-7,21 0-34,-22 0 26,0 0 6,0 0 2,23 0-26,-23 0-7,0 0 9,0 0-10,22 0 9,-21 0-16,-1 0 16,22-23-8,-22 1-8,0 22 56,23 0-48,-23 0 8,0 0 1,0 0 15,22 0-9,-21 0-7,-1 0 16,22 0-22,-22 0 44,0 0-30,0 0-8,23 0 9,-23 0-1,0 0-9,0 0-7,22 0 24,-21 0-1,-1 0 1,22 0-16,-22 0 8,0 0-15,1 0 7,43 0 72,-22 0-48,-22 0-32,1 22 0,-1-22 16,0 0-24,0 0 16,0 0 8,0 0 8,23 0-15,-23 0-2,0 0 33,22 23-32,-22-23-6,0 0-4,1 0 18,21 0-24,-22 0 16,22 22 0,-21 0-8,-1-22 0,0 0 16,22 0-16,-22 0 0,0 0 8,1 0 0,21 0-8,-22 0 1,0 0-2,0 0 9,23 0-8,-23 0 0,0 0 8,0 0-5,22 0 2,-21 0-5,-1 0 8,0 0 8,22 0 1,-22 0-2</inkml:trace>
    </iact:actionData>
  </iact:action>
</iact:action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FF09D5-A48F-440D-8FD7-F31EDAA6E7A9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F93F2-CA80-4551-9BDA-DE3726F14B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729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CF93F2-CA80-4551-9BDA-DE3726F14B2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295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BDDAFD-FF5D-3DD9-31E7-449ABFCB2E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3C58F89-1D1B-DD4A-EB85-E9215BADD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A8F7BC-4CE3-7A2F-4D70-D5D209853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9ABA-884C-43EE-9D89-76960DBDE3C9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43C093-CB9B-0ECE-D673-91C1A7CB3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2A4323-357E-E944-9B61-B59792C4F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D5BB-A5D3-4378-BE45-603321D1CD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027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18D930-32E9-AB9A-21CB-381C8138F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63DDBC-87C0-FF9E-8514-8F3E3ABBF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B9D853-5D0F-2CB6-D6F1-299460C2A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9ABA-884C-43EE-9D89-76960DBDE3C9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4B5AD4-9E82-E7E5-DAE3-07845B478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7CD914-F6ED-62AF-916A-D0E1FA3A4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D5BB-A5D3-4378-BE45-603321D1CD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742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AE6234-A618-6F78-EFDF-E86F8C6CC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3A268F-48A1-BD14-18A6-DDE86DFB7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60EF9C-1AB7-C008-AFAF-74317DA11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9ABA-884C-43EE-9D89-76960DBDE3C9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93F982-FAD8-12FB-FBDC-470D610AD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203144-231F-DCD0-B2F9-E0FFEDCE2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D5BB-A5D3-4378-BE45-603321D1CD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472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309756-9667-1B7B-C104-9EB54EF5B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C2A7EF-C9DD-98F6-984B-1136CAD929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510B2C-56DF-0492-41E2-F7DDB2DA9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D8BB55-76B7-E062-CF9C-357D0DA09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9ABA-884C-43EE-9D89-76960DBDE3C9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7C111A-BB8C-23AC-FD3E-0FCB8D154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7F4C12-7803-0EDD-4FC5-A07FD531D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D5BB-A5D3-4378-BE45-603321D1CD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445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8ECC75-7B93-8606-10D5-6AA8DCFB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147DE4-0411-4DE0-1608-629AE7974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D5C89C-51D7-4CFC-B383-5E80410D3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3B25FC3-1D1A-3629-07AF-1E8EBE78D1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3BD834E-D788-CD6F-8029-1D7AFF3C4E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D0A38A-3D1D-1EDC-9B8D-EF55BAA89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9ABA-884C-43EE-9D89-76960DBDE3C9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02C7678-1962-ACAA-5EE8-20E779A46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25F288-E435-B0EF-8423-A727D2F4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D5BB-A5D3-4378-BE45-603321D1CD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5294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6868BA-90C2-1865-C227-4319BABB8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0F7D08-9E1F-E271-A4E7-8F6BD0C60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9ABA-884C-43EE-9D89-76960DBDE3C9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55498B-8ECD-5E87-ABB5-A16D9CBE2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89C766A-B043-F098-391C-736BE1E27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D5BB-A5D3-4378-BE45-603321D1CD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225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689570-1C20-1C67-04B6-58CC369A1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9ABA-884C-43EE-9D89-76960DBDE3C9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0245DCE-A26A-F145-CC3F-9C28DC33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43B99C-E493-C9C4-8952-8E83D402D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D5BB-A5D3-4378-BE45-603321D1CD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694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6B02F0-7808-E8D9-739E-541DDAE51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B93D6A-E254-946F-C5DF-0D15C917A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7E1006-BEA6-5B07-610E-64722BC373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94E76E-7099-0CBC-3D1E-AF929542A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9ABA-884C-43EE-9D89-76960DBDE3C9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BBFE01-8DF4-4631-DF8F-46FA08E5E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D0B285-BAF7-2439-DB7B-984D3CD5D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D5BB-A5D3-4378-BE45-603321D1CD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932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5FF843-E13F-4F23-6349-57FE4838F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F31AB1-26D0-82C2-44DE-30F39F1596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F96A12-B51D-B491-0427-A603C3627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D5F69E-1C6D-424B-1ECE-A5808FA2E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9ABA-884C-43EE-9D89-76960DBDE3C9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F0A40F-ECE5-6205-B90F-CBFF8FCD2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C71C0F-3162-934A-E2BF-90CC13B0B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D5BB-A5D3-4378-BE45-603321D1CD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830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E6DB6-F82C-3480-1C64-EFBCBAC15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D0B40A3-04D9-4DAB-DC75-FBAC905B8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F1705A-1362-EA06-E994-DDA707176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9ABA-884C-43EE-9D89-76960DBDE3C9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8CB812-A38C-C941-67EA-D0F1A0174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93A18E-807F-137A-B2DA-E7361AB97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D5BB-A5D3-4378-BE45-603321D1CD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275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9EAFC46-9595-8712-E939-C50CB64C8F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844888-02B7-96E3-807C-EF0E00492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FC5847-C510-3953-1233-2C8C33297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9ABA-884C-43EE-9D89-76960DBDE3C9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222605-B51E-E0E6-2437-FAF600578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8D8A1C-610E-B61B-B050-69661B236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6D5BB-A5D3-4378-BE45-603321D1CD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89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1312EBA-9AE1-F06C-3DAA-B3858AA13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2A1AE0-24A1-3C6C-A033-FFF4D20BB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3DEBA7-351E-D4E8-48CA-D70812E83E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39ABA-884C-43EE-9D89-76960DBDE3C9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CF6527-CE13-14AF-8711-936165F5C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AAFB6F-3578-68BD-66E3-FEEA8DA529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86D5BB-A5D3-4378-BE45-603321D1CD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39539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video.nottingham.edu.cn/Panopto/Pages/Viewer.aspx?id=19d691b1-c30f-4d7c-8993-afc2007de859&amp;start=0" TargetMode="External"/><Relationship Id="rId2" Type="http://schemas.openxmlformats.org/officeDocument/2006/relationships/hyperlink" Target="https://video.nottingham.edu.cn/Panopto/Pages/Viewer.aspx?id=84d40490-bbf2-4c1d-a100-afc2007c7ef7&amp;start=0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video.nottingham.edu.cn/Panopto/Pages/Viewer.aspx?id=2b83a6a0-e8d8-45d5-b06f-afc2007f3344&amp;start=0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11/relationships/inkAction" Target="../ink/inkAction1.xm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customXml" Target="../ink/ink2.xml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1/relationships/inkAction" Target="../ink/inkAction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customXml" Target="../ink/ink3.xml"/><Relationship Id="rId7" Type="http://schemas.microsoft.com/office/2011/relationships/inkAction" Target="../ink/inkAction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customXml" Target="../ink/ink4.xml"/><Relationship Id="rId7" Type="http://schemas.microsoft.com/office/2011/relationships/inkAction" Target="../ink/inkAction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1/relationships/inkAction" Target="../ink/inkAction5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customXml" Target="../ink/ink5.xml"/><Relationship Id="rId7" Type="http://schemas.microsoft.com/office/2011/relationships/inkAction" Target="../ink/inkAction6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1/relationships/inkAction" Target="../ink/inkAction7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7CD79E-8108-B658-7CBC-0C4EE40D61A3}"/>
              </a:ext>
            </a:extLst>
          </p:cNvPr>
          <p:cNvSpPr txBox="1"/>
          <p:nvPr/>
        </p:nvSpPr>
        <p:spPr>
          <a:xfrm>
            <a:off x="1909665" y="1126285"/>
            <a:ext cx="92310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Lab04 </a:t>
            </a:r>
            <a:r>
              <a:rPr lang="en-GB" sz="4800" dirty="0">
                <a:solidFill>
                  <a:srgbClr val="FF0000"/>
                </a:solidFill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Packet Sniffing and Analysis</a:t>
            </a:r>
            <a:endParaRPr lang="en-US" sz="48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749DBE-E1A6-27A8-ED57-398DB11BE83A}"/>
              </a:ext>
            </a:extLst>
          </p:cNvPr>
          <p:cNvSpPr txBox="1"/>
          <p:nvPr/>
        </p:nvSpPr>
        <p:spPr>
          <a:xfrm>
            <a:off x="2836506" y="3508701"/>
            <a:ext cx="8598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Prepared By Professor Sean He</a:t>
            </a:r>
          </a:p>
        </p:txBody>
      </p:sp>
    </p:spTree>
    <p:extLst>
      <p:ext uri="{BB962C8B-B14F-4D97-AF65-F5344CB8AC3E}">
        <p14:creationId xmlns:p14="http://schemas.microsoft.com/office/powerpoint/2010/main" val="391080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33"/>
    </mc:Choice>
    <mc:Fallback xmlns="">
      <p:transition spd="slow" advTm="163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DA0892-0CDE-688F-B50F-6D30D479FE5E}"/>
              </a:ext>
            </a:extLst>
          </p:cNvPr>
          <p:cNvSpPr txBox="1"/>
          <p:nvPr/>
        </p:nvSpPr>
        <p:spPr>
          <a:xfrm>
            <a:off x="626429" y="1193233"/>
            <a:ext cx="1138241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</a:rPr>
              <a:t>1. Clone a new Client Machine (we named it as Sean-Client) follow this video</a:t>
            </a:r>
          </a:p>
          <a:p>
            <a:r>
              <a:rPr lang="en-US" altLang="zh-CN" dirty="0">
                <a:solidFill>
                  <a:srgbClr val="FFFF00"/>
                </a:solidFill>
                <a:hlinkClick r:id="rId2"/>
              </a:rPr>
              <a:t>https://video.nottingham.edu.cn/Panopto/Pages/Viewer.aspx?id=84d40490-bbf2-4c1d-a100-afc2007c7ef7&amp;start=0</a:t>
            </a:r>
            <a:endParaRPr lang="en-US" altLang="zh-CN" dirty="0">
              <a:solidFill>
                <a:srgbClr val="FFFF00"/>
              </a:solidFill>
            </a:endParaRPr>
          </a:p>
          <a:p>
            <a:endParaRPr lang="en-US" altLang="zh-CN" b="1" dirty="0">
              <a:solidFill>
                <a:srgbClr val="FFFF00"/>
              </a:solidFill>
            </a:endParaRPr>
          </a:p>
          <a:p>
            <a:r>
              <a:rPr lang="en-US" altLang="zh-CN" b="1" dirty="0">
                <a:solidFill>
                  <a:srgbClr val="FFFF00"/>
                </a:solidFill>
              </a:rPr>
              <a:t>2. Next, you need to configure the virtual machines by following the steps described in one the following videoclips, depending on whether you are using Oracle VM VirtualBox V6 or V7:</a:t>
            </a:r>
          </a:p>
          <a:p>
            <a:endParaRPr lang="en-US" altLang="zh-CN" dirty="0">
              <a:solidFill>
                <a:srgbClr val="FFFF00"/>
              </a:solidFill>
            </a:endParaRPr>
          </a:p>
          <a:p>
            <a:r>
              <a:rPr lang="en-US" altLang="zh-CN" dirty="0">
                <a:solidFill>
                  <a:srgbClr val="FFFF00"/>
                </a:solidFill>
              </a:rPr>
              <a:t>V6 - </a:t>
            </a:r>
            <a:r>
              <a:rPr lang="en-US" altLang="zh-CN" dirty="0">
                <a:solidFill>
                  <a:srgbClr val="FFFF00"/>
                </a:solidFill>
                <a:hlinkClick r:id="rId3"/>
              </a:rPr>
              <a:t>https://video.nottingham.edu.cn/Panopto/Pages/Viewer.aspx?id=19d691b1-c30f-4d7c-8993-afc2007de859&amp;start=0</a:t>
            </a:r>
            <a:endParaRPr lang="en-US" altLang="zh-CN" dirty="0">
              <a:solidFill>
                <a:srgbClr val="FFFF00"/>
              </a:solidFill>
            </a:endParaRPr>
          </a:p>
          <a:p>
            <a:endParaRPr lang="en-US" altLang="zh-CN" dirty="0">
              <a:solidFill>
                <a:srgbClr val="FFFF00"/>
              </a:solidFill>
            </a:endParaRPr>
          </a:p>
          <a:p>
            <a:r>
              <a:rPr lang="en-US" altLang="zh-CN" dirty="0">
                <a:solidFill>
                  <a:srgbClr val="FFFF00"/>
                </a:solidFill>
              </a:rPr>
              <a:t>V7 - </a:t>
            </a:r>
            <a:r>
              <a:rPr lang="en-US" altLang="zh-CN" dirty="0">
                <a:solidFill>
                  <a:srgbClr val="FFFF00"/>
                </a:solidFill>
                <a:hlinkClick r:id="rId4"/>
              </a:rPr>
              <a:t>https://video.nottingham.edu.cn/Panopto/Pages/Viewer.aspx?id=2b83a6a0-e8d8-45d5-b06f-afc2007f3344&amp;start=0</a:t>
            </a:r>
            <a:endParaRPr lang="en-US" altLang="zh-CN" dirty="0">
              <a:solidFill>
                <a:srgbClr val="FFFF00"/>
              </a:solidFill>
            </a:endParaRPr>
          </a:p>
          <a:p>
            <a:endParaRPr lang="en-US" altLang="zh-CN" dirty="0">
              <a:solidFill>
                <a:srgbClr val="FFFF00"/>
              </a:solidFill>
            </a:endParaRPr>
          </a:p>
          <a:p>
            <a:r>
              <a:rPr lang="en-US" altLang="zh-CN" b="1" u="sng" dirty="0">
                <a:solidFill>
                  <a:srgbClr val="FFFF00"/>
                </a:solidFill>
              </a:rPr>
              <a:t>3. ***</a:t>
            </a:r>
            <a:r>
              <a:rPr lang="en-US" altLang="zh-CN" b="1" u="sng" dirty="0">
                <a:solidFill>
                  <a:srgbClr val="FF0000"/>
                </a:solidFill>
              </a:rPr>
              <a:t>Refresh</a:t>
            </a:r>
            <a:r>
              <a:rPr lang="en-US" altLang="zh-CN" b="1" u="sng" dirty="0">
                <a:solidFill>
                  <a:srgbClr val="FFFF00"/>
                </a:solidFill>
              </a:rPr>
              <a:t> the</a:t>
            </a:r>
            <a:r>
              <a:rPr lang="zh-CN" altLang="en-US" b="1" u="sng" dirty="0">
                <a:solidFill>
                  <a:srgbClr val="FFFF00"/>
                </a:solidFill>
              </a:rPr>
              <a:t> </a:t>
            </a:r>
            <a:r>
              <a:rPr lang="en-US" altLang="zh-CN" b="1" u="sng" dirty="0">
                <a:solidFill>
                  <a:srgbClr val="FFFF00"/>
                </a:solidFill>
              </a:rPr>
              <a:t>MAC</a:t>
            </a:r>
            <a:r>
              <a:rPr lang="zh-CN" altLang="en-US" b="1" u="sng" dirty="0">
                <a:solidFill>
                  <a:srgbClr val="FFFF00"/>
                </a:solidFill>
              </a:rPr>
              <a:t> </a:t>
            </a:r>
            <a:r>
              <a:rPr lang="en-US" altLang="zh-CN" b="1" u="sng" dirty="0">
                <a:solidFill>
                  <a:srgbClr val="FFFF00"/>
                </a:solidFill>
              </a:rPr>
              <a:t>address, then use “</a:t>
            </a:r>
            <a:r>
              <a:rPr lang="en-US" altLang="zh-CN" b="1" i="1" u="sng" dirty="0" err="1">
                <a:solidFill>
                  <a:srgbClr val="FF0000"/>
                </a:solidFill>
              </a:rPr>
              <a:t>sudo</a:t>
            </a:r>
            <a:r>
              <a:rPr lang="en-US" altLang="zh-CN" b="1" i="1" u="sng" dirty="0">
                <a:solidFill>
                  <a:srgbClr val="FF0000"/>
                </a:solidFill>
              </a:rPr>
              <a:t> </a:t>
            </a:r>
            <a:r>
              <a:rPr lang="en-US" altLang="zh-CN" b="1" i="1" u="sng" dirty="0" err="1">
                <a:solidFill>
                  <a:srgbClr val="FF0000"/>
                </a:solidFill>
              </a:rPr>
              <a:t>ifconfig</a:t>
            </a:r>
            <a:r>
              <a:rPr lang="en-US" altLang="zh-CN" b="1" u="sng" dirty="0">
                <a:solidFill>
                  <a:srgbClr val="FFFF00"/>
                </a:solidFill>
              </a:rPr>
              <a:t>” to check the address. </a:t>
            </a:r>
          </a:p>
          <a:p>
            <a:r>
              <a:rPr lang="en-US" altLang="zh-CN" b="1" u="sng" dirty="0">
                <a:solidFill>
                  <a:srgbClr val="FFFF00"/>
                </a:solidFill>
              </a:rPr>
              <a:t>(make sure the address of </a:t>
            </a:r>
            <a:r>
              <a:rPr lang="en-US" altLang="zh-CN" b="1" u="sng" dirty="0">
                <a:solidFill>
                  <a:srgbClr val="FF0000"/>
                </a:solidFill>
              </a:rPr>
              <a:t>the server machine</a:t>
            </a:r>
            <a:r>
              <a:rPr lang="en-US" altLang="zh-CN" b="1" u="sng" dirty="0">
                <a:solidFill>
                  <a:srgbClr val="FFFF00"/>
                </a:solidFill>
              </a:rPr>
              <a:t> and </a:t>
            </a:r>
            <a:r>
              <a:rPr lang="en-US" altLang="zh-CN" b="1" u="sng" dirty="0">
                <a:solidFill>
                  <a:srgbClr val="FF0000"/>
                </a:solidFill>
              </a:rPr>
              <a:t>two client machines </a:t>
            </a:r>
            <a:r>
              <a:rPr lang="en-US" altLang="zh-CN" b="1" u="sng" dirty="0">
                <a:solidFill>
                  <a:srgbClr val="FFFF00"/>
                </a:solidFill>
              </a:rPr>
              <a:t>are </a:t>
            </a:r>
            <a:r>
              <a:rPr lang="en-US" altLang="zh-CN" b="1" u="sng" dirty="0">
                <a:solidFill>
                  <a:srgbClr val="FF0000"/>
                </a:solidFill>
              </a:rPr>
              <a:t>different</a:t>
            </a:r>
            <a:r>
              <a:rPr lang="en-US" altLang="zh-CN" b="1" u="sng" dirty="0">
                <a:solidFill>
                  <a:srgbClr val="FFFF00"/>
                </a:solidFill>
              </a:rPr>
              <a:t>)</a:t>
            </a:r>
            <a:endParaRPr lang="zh-CN" altLang="en-US" b="1" u="sng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2624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6D0CBC9-93D6-C31F-8C95-D42A605A2913}"/>
              </a:ext>
            </a:extLst>
          </p:cNvPr>
          <p:cNvSpPr txBox="1"/>
          <p:nvPr/>
        </p:nvSpPr>
        <p:spPr>
          <a:xfrm>
            <a:off x="554533" y="644129"/>
            <a:ext cx="4338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</a:rPr>
              <a:t>Now we have three machines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  <p:pic>
        <p:nvPicPr>
          <p:cNvPr id="6" name="图片 5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63471F9B-EF40-FFAD-C794-77A5E19AB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114" y="1238988"/>
            <a:ext cx="7411635" cy="521205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D736397-C490-CAB1-3D79-A5B7A586C4DD}"/>
              </a:ext>
            </a:extLst>
          </p:cNvPr>
          <p:cNvSpPr/>
          <p:nvPr/>
        </p:nvSpPr>
        <p:spPr>
          <a:xfrm>
            <a:off x="1806602" y="2411876"/>
            <a:ext cx="2865882" cy="14818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498768-45D3-9463-47DB-1226B4FC4914}"/>
              </a:ext>
            </a:extLst>
          </p:cNvPr>
          <p:cNvSpPr txBox="1"/>
          <p:nvPr/>
        </p:nvSpPr>
        <p:spPr>
          <a:xfrm>
            <a:off x="450935" y="2931412"/>
            <a:ext cx="930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</a:rPr>
              <a:t>Server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4CAD242-4C8D-5D32-A005-345A8AC96718}"/>
              </a:ext>
            </a:extLst>
          </p:cNvPr>
          <p:cNvSpPr txBox="1"/>
          <p:nvPr/>
        </p:nvSpPr>
        <p:spPr>
          <a:xfrm>
            <a:off x="450933" y="3410406"/>
            <a:ext cx="930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</a:rPr>
              <a:t>Client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D3830A-E1E2-FAEF-A4C6-168CDA11F007}"/>
              </a:ext>
            </a:extLst>
          </p:cNvPr>
          <p:cNvSpPr txBox="1"/>
          <p:nvPr/>
        </p:nvSpPr>
        <p:spPr>
          <a:xfrm>
            <a:off x="450933" y="2437609"/>
            <a:ext cx="930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</a:rPr>
              <a:t>Client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98DD472C-40E8-545F-5F55-CDCC4B811C0F}"/>
              </a:ext>
            </a:extLst>
          </p:cNvPr>
          <p:cNvSpPr/>
          <p:nvPr/>
        </p:nvSpPr>
        <p:spPr>
          <a:xfrm>
            <a:off x="1294369" y="2512088"/>
            <a:ext cx="727862" cy="251922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912AFC5F-DFF3-0F5F-8771-7D9DF4667D36}"/>
              </a:ext>
            </a:extLst>
          </p:cNvPr>
          <p:cNvSpPr/>
          <p:nvPr/>
        </p:nvSpPr>
        <p:spPr>
          <a:xfrm>
            <a:off x="1294369" y="3013713"/>
            <a:ext cx="727862" cy="251922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C4FDC804-97B8-65D2-0830-51BDBBF307FC}"/>
              </a:ext>
            </a:extLst>
          </p:cNvPr>
          <p:cNvSpPr/>
          <p:nvPr/>
        </p:nvSpPr>
        <p:spPr>
          <a:xfrm>
            <a:off x="1294369" y="3488833"/>
            <a:ext cx="727862" cy="251922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56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00F22A-2D6B-4F62-BAB6-CDB06444B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252" y="306139"/>
            <a:ext cx="7496683" cy="62033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ED95343-8156-44E1-BE25-6C2DBBD17F49}"/>
                  </a:ext>
                </a:extLst>
              </p14:cNvPr>
              <p14:cNvContentPartPr/>
              <p14:nvPr/>
            </p14:nvContentPartPr>
            <p14:xfrm>
              <a:off x="3530160" y="831960"/>
              <a:ext cx="2411640" cy="5222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ED95343-8156-44E1-BE25-6C2DBBD17F4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20800" y="822600"/>
                <a:ext cx="2430360" cy="52412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F412BEF8-EED9-61B7-4F74-5437B2DDA12A}"/>
              </a:ext>
            </a:extLst>
          </p:cNvPr>
          <p:cNvSpPr txBox="1"/>
          <p:nvPr/>
        </p:nvSpPr>
        <p:spPr>
          <a:xfrm>
            <a:off x="431442" y="749636"/>
            <a:ext cx="18906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</a:rPr>
              <a:t>Kali-Server Machine</a:t>
            </a:r>
          </a:p>
          <a:p>
            <a:endParaRPr lang="en-US" altLang="zh-CN" b="1" dirty="0">
              <a:solidFill>
                <a:srgbClr val="FFFF00"/>
              </a:solidFill>
            </a:endParaRPr>
          </a:p>
          <a:p>
            <a:r>
              <a:rPr lang="en-US" altLang="zh-CN" b="1" dirty="0">
                <a:solidFill>
                  <a:srgbClr val="FFFF00"/>
                </a:solidFill>
              </a:rPr>
              <a:t>Type in </a:t>
            </a:r>
          </a:p>
          <a:p>
            <a:r>
              <a:rPr lang="en-US" altLang="zh-CN" b="1" i="1" dirty="0">
                <a:solidFill>
                  <a:srgbClr val="FF0000"/>
                </a:solidFill>
              </a:rPr>
              <a:t>“</a:t>
            </a:r>
            <a:r>
              <a:rPr lang="en-US" altLang="zh-CN" b="1" i="1" dirty="0" err="1">
                <a:solidFill>
                  <a:srgbClr val="FF0000"/>
                </a:solidFill>
              </a:rPr>
              <a:t>sudo</a:t>
            </a:r>
            <a:r>
              <a:rPr lang="en-US" altLang="zh-CN" b="1" i="1" dirty="0">
                <a:solidFill>
                  <a:srgbClr val="FF0000"/>
                </a:solidFill>
              </a:rPr>
              <a:t> </a:t>
            </a:r>
            <a:r>
              <a:rPr lang="en-US" altLang="zh-CN" b="1" i="1" dirty="0" err="1">
                <a:solidFill>
                  <a:srgbClr val="FF0000"/>
                </a:solidFill>
              </a:rPr>
              <a:t>ifconfig</a:t>
            </a:r>
            <a:r>
              <a:rPr lang="en-US" altLang="zh-CN" b="1" i="1" dirty="0">
                <a:solidFill>
                  <a:srgbClr val="FF0000"/>
                </a:solidFill>
              </a:rPr>
              <a:t>”</a:t>
            </a:r>
          </a:p>
          <a:p>
            <a:endParaRPr lang="en-US" altLang="zh-CN" b="1" dirty="0">
              <a:solidFill>
                <a:srgbClr val="FFFF00"/>
              </a:solidFill>
            </a:endParaRPr>
          </a:p>
          <a:p>
            <a:r>
              <a:rPr lang="en-US" altLang="zh-CN" b="1" dirty="0">
                <a:solidFill>
                  <a:srgbClr val="FFFF00"/>
                </a:solidFill>
              </a:rPr>
              <a:t>Remember the IP address of your own server.</a:t>
            </a:r>
          </a:p>
          <a:p>
            <a:endParaRPr lang="en-US" altLang="zh-CN" b="1" dirty="0">
              <a:solidFill>
                <a:srgbClr val="FFFF00"/>
              </a:solidFill>
            </a:endParaRPr>
          </a:p>
          <a:p>
            <a:r>
              <a:rPr lang="en-US" altLang="zh-CN" b="1" dirty="0">
                <a:solidFill>
                  <a:srgbClr val="FFFF00"/>
                </a:solidFill>
              </a:rPr>
              <a:t>Then</a:t>
            </a:r>
          </a:p>
          <a:p>
            <a:r>
              <a:rPr lang="en-US" altLang="zh-CN" b="1" dirty="0">
                <a:solidFill>
                  <a:srgbClr val="FFFF00"/>
                </a:solidFill>
              </a:rPr>
              <a:t>Type in those two commands to set up the server.</a:t>
            </a:r>
          </a:p>
          <a:p>
            <a:endParaRPr lang="zh-CN" altLang="en-US" b="1" dirty="0">
              <a:solidFill>
                <a:srgbClr val="FFFF00"/>
              </a:solidFill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2F95173-0762-0C13-D39B-2DE90BF99415}"/>
              </a:ext>
            </a:extLst>
          </p:cNvPr>
          <p:cNvCxnSpPr/>
          <p:nvPr/>
        </p:nvCxnSpPr>
        <p:spPr>
          <a:xfrm>
            <a:off x="1718896" y="4325815"/>
            <a:ext cx="2009042" cy="126169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1F74890-95C1-C64B-2FF7-FC83502ED8B3}"/>
              </a:ext>
            </a:extLst>
          </p:cNvPr>
          <p:cNvCxnSpPr>
            <a:cxnSpLocks/>
          </p:cNvCxnSpPr>
          <p:nvPr/>
        </p:nvCxnSpPr>
        <p:spPr>
          <a:xfrm>
            <a:off x="1718896" y="4325815"/>
            <a:ext cx="1913500" cy="157898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ACE54AED-4F60-3421-28DA-E64DDD72E182}"/>
              </a:ext>
            </a:extLst>
          </p:cNvPr>
          <p:cNvSpPr/>
          <p:nvPr/>
        </p:nvSpPr>
        <p:spPr>
          <a:xfrm>
            <a:off x="3260421" y="2482188"/>
            <a:ext cx="1337958" cy="193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6EB69AB-33C0-0312-80FA-E8D246A6165C}"/>
              </a:ext>
            </a:extLst>
          </p:cNvPr>
          <p:cNvCxnSpPr>
            <a:cxnSpLocks/>
          </p:cNvCxnSpPr>
          <p:nvPr/>
        </p:nvCxnSpPr>
        <p:spPr>
          <a:xfrm flipV="1">
            <a:off x="1029074" y="2620108"/>
            <a:ext cx="2166930" cy="354622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2953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35"/>
    </mc:Choice>
    <mc:Fallback xmlns="">
      <p:transition spd="slow" advTm="783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D14AD0-9CF3-4727-800F-F4ACCBB71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50" y="185448"/>
            <a:ext cx="11382418" cy="56733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819E8B5-F6B4-4B26-8971-E81FA9B0926A}"/>
                  </a:ext>
                </a:extLst>
              </p14:cNvPr>
              <p14:cNvContentPartPr/>
              <p14:nvPr/>
            </p14:nvContentPartPr>
            <p14:xfrm>
              <a:off x="2256652" y="2971373"/>
              <a:ext cx="1630440" cy="50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819E8B5-F6B4-4B26-8971-E81FA9B0926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47292" y="2962013"/>
                <a:ext cx="164916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EEACA10-B8A6-4FB0-9D03-0C8203EA00EA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128319" y="4126848"/>
              <a:ext cx="10015560" cy="1571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EEACA10-B8A6-4FB0-9D03-0C8203EA00E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18959" y="4117488"/>
                <a:ext cx="10034280" cy="159012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2366497E-42F6-9742-AE0F-FB5B74F7BBA2}"/>
              </a:ext>
            </a:extLst>
          </p:cNvPr>
          <p:cNvSpPr txBox="1"/>
          <p:nvPr/>
        </p:nvSpPr>
        <p:spPr>
          <a:xfrm>
            <a:off x="700868" y="5919208"/>
            <a:ext cx="105420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u="sng" dirty="0">
                <a:solidFill>
                  <a:srgbClr val="FFFF00"/>
                </a:solidFill>
              </a:rPr>
              <a:t>First, Open up </a:t>
            </a:r>
            <a:r>
              <a:rPr lang="en-US" altLang="zh-CN" b="1" u="sng" dirty="0">
                <a:solidFill>
                  <a:srgbClr val="FF0000"/>
                </a:solidFill>
              </a:rPr>
              <a:t>two</a:t>
            </a:r>
            <a:r>
              <a:rPr lang="en-US" altLang="zh-CN" b="1" u="sng" dirty="0">
                <a:solidFill>
                  <a:srgbClr val="FFFF00"/>
                </a:solidFill>
              </a:rPr>
              <a:t> terminals on the client machine.</a:t>
            </a:r>
          </a:p>
          <a:p>
            <a:r>
              <a:rPr lang="en-US" altLang="zh-CN" b="1" u="sng" dirty="0">
                <a:solidFill>
                  <a:srgbClr val="FFFF00"/>
                </a:solidFill>
              </a:rPr>
              <a:t>Type in </a:t>
            </a:r>
            <a:r>
              <a:rPr lang="en-US" altLang="zh-CN" b="1" i="1" u="sng" dirty="0">
                <a:solidFill>
                  <a:srgbClr val="FF0000"/>
                </a:solidFill>
              </a:rPr>
              <a:t>“</a:t>
            </a:r>
            <a:r>
              <a:rPr lang="en-US" altLang="zh-CN" b="1" i="1" u="sng" dirty="0" err="1">
                <a:solidFill>
                  <a:srgbClr val="FF0000"/>
                </a:solidFill>
              </a:rPr>
              <a:t>sudo</a:t>
            </a:r>
            <a:r>
              <a:rPr lang="en-US" altLang="zh-CN" b="1" i="1" u="sng" dirty="0">
                <a:solidFill>
                  <a:srgbClr val="FF0000"/>
                </a:solidFill>
              </a:rPr>
              <a:t> </a:t>
            </a:r>
            <a:r>
              <a:rPr lang="en-US" altLang="zh-CN" b="1" i="1" u="sng" dirty="0" err="1">
                <a:solidFill>
                  <a:srgbClr val="FF0000"/>
                </a:solidFill>
              </a:rPr>
              <a:t>tcpdump</a:t>
            </a:r>
            <a:r>
              <a:rPr lang="en-US" altLang="zh-CN" b="1" i="1" u="sng" dirty="0">
                <a:solidFill>
                  <a:srgbClr val="FF0000"/>
                </a:solidFill>
              </a:rPr>
              <a:t>”  </a:t>
            </a:r>
            <a:r>
              <a:rPr lang="en-US" altLang="zh-CN" b="1" u="sng" dirty="0">
                <a:solidFill>
                  <a:srgbClr val="FFFF00"/>
                </a:solidFill>
              </a:rPr>
              <a:t>to monitor </a:t>
            </a:r>
            <a:r>
              <a:rPr lang="en-US" altLang="zh-CN" b="1" u="sng" dirty="0" err="1">
                <a:solidFill>
                  <a:srgbClr val="FFFF00"/>
                </a:solidFill>
              </a:rPr>
              <a:t>infos</a:t>
            </a:r>
            <a:r>
              <a:rPr lang="en-US" altLang="zh-CN" b="1" u="sng" dirty="0">
                <a:solidFill>
                  <a:srgbClr val="FFFF00"/>
                </a:solidFill>
              </a:rPr>
              <a:t>.</a:t>
            </a:r>
          </a:p>
          <a:p>
            <a:r>
              <a:rPr lang="en-US" altLang="zh-CN" b="1" u="sng" dirty="0">
                <a:solidFill>
                  <a:srgbClr val="FFFF00"/>
                </a:solidFill>
              </a:rPr>
              <a:t>Then, in </a:t>
            </a:r>
            <a:r>
              <a:rPr lang="en-US" altLang="zh-CN" b="1" u="sng" dirty="0">
                <a:solidFill>
                  <a:srgbClr val="FF0000"/>
                </a:solidFill>
              </a:rPr>
              <a:t>the other window</a:t>
            </a:r>
            <a:r>
              <a:rPr lang="en-US" altLang="zh-CN" b="1" u="sng" dirty="0">
                <a:solidFill>
                  <a:srgbClr val="FFFF00"/>
                </a:solidFill>
              </a:rPr>
              <a:t>, send a few </a:t>
            </a:r>
            <a:r>
              <a:rPr lang="en-US" altLang="zh-CN" b="1" u="sng" dirty="0">
                <a:solidFill>
                  <a:srgbClr val="FF0000"/>
                </a:solidFill>
              </a:rPr>
              <a:t>ping</a:t>
            </a:r>
            <a:r>
              <a:rPr lang="en-US" altLang="zh-CN" b="1" u="sng" dirty="0">
                <a:solidFill>
                  <a:srgbClr val="FFFF00"/>
                </a:solidFill>
              </a:rPr>
              <a:t>s to the server, then cancel both using </a:t>
            </a:r>
            <a:r>
              <a:rPr lang="en-US" altLang="zh-CN" b="1" u="sng" dirty="0" err="1">
                <a:solidFill>
                  <a:srgbClr val="FFFF00"/>
                </a:solidFill>
              </a:rPr>
              <a:t>Ctrl+C</a:t>
            </a:r>
            <a:r>
              <a:rPr lang="en-US" altLang="zh-CN" b="1" u="sng" dirty="0">
                <a:solidFill>
                  <a:srgbClr val="FFFF00"/>
                </a:solidFill>
              </a:rPr>
              <a:t>.</a:t>
            </a:r>
            <a:endParaRPr lang="zh-CN" altLang="en-US" b="1" u="sng" dirty="0">
              <a:solidFill>
                <a:srgbClr val="FFFF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90292A-6F7C-D896-EDDF-F235ACB2D043}"/>
              </a:ext>
            </a:extLst>
          </p:cNvPr>
          <p:cNvSpPr/>
          <p:nvPr/>
        </p:nvSpPr>
        <p:spPr>
          <a:xfrm>
            <a:off x="751202" y="245839"/>
            <a:ext cx="1180289" cy="3566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074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9123"/>
    </mc:Choice>
    <mc:Fallback xmlns="">
      <p:transition spd="slow" advTm="2091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1A3761-8A91-499C-83AA-E73DAE28E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763" y="261529"/>
            <a:ext cx="7924699" cy="633494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2000693-900B-3107-9CF8-1FE108E65A10}"/>
              </a:ext>
            </a:extLst>
          </p:cNvPr>
          <p:cNvSpPr txBox="1"/>
          <p:nvPr/>
        </p:nvSpPr>
        <p:spPr>
          <a:xfrm>
            <a:off x="0" y="1267306"/>
            <a:ext cx="2908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</a:rPr>
              <a:t>Client: </a:t>
            </a:r>
            <a:r>
              <a:rPr lang="en-US" altLang="zh-CN" b="1" dirty="0">
                <a:solidFill>
                  <a:srgbClr val="FF0000"/>
                </a:solidFill>
              </a:rPr>
              <a:t>Kali-Linux-2020.3</a:t>
            </a:r>
          </a:p>
          <a:p>
            <a:r>
              <a:rPr lang="en-US" altLang="zh-CN" b="1" dirty="0">
                <a:solidFill>
                  <a:srgbClr val="FFFF00"/>
                </a:solidFill>
              </a:rPr>
              <a:t>Ping the server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53A392-B248-2587-9526-C3B8D94EE306}"/>
              </a:ext>
            </a:extLst>
          </p:cNvPr>
          <p:cNvSpPr/>
          <p:nvPr/>
        </p:nvSpPr>
        <p:spPr>
          <a:xfrm>
            <a:off x="1841771" y="261529"/>
            <a:ext cx="1180289" cy="3566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F7D225B-4D2D-6831-6D45-19058AB81164}"/>
              </a:ext>
            </a:extLst>
          </p:cNvPr>
          <p:cNvSpPr/>
          <p:nvPr/>
        </p:nvSpPr>
        <p:spPr>
          <a:xfrm>
            <a:off x="2833993" y="3002604"/>
            <a:ext cx="1407267" cy="3566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807054B-9423-7671-1172-4DDCA5E89391}"/>
              </a:ext>
            </a:extLst>
          </p:cNvPr>
          <p:cNvCxnSpPr>
            <a:cxnSpLocks/>
          </p:cNvCxnSpPr>
          <p:nvPr/>
        </p:nvCxnSpPr>
        <p:spPr>
          <a:xfrm>
            <a:off x="496765" y="1878468"/>
            <a:ext cx="2272812" cy="1207632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6669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208"/>
    </mc:Choice>
    <mc:Fallback xmlns="">
      <p:transition spd="slow" advTm="4920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8E8B6C-E3C7-4BCD-A967-3B9AA4CB7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950" y="372492"/>
            <a:ext cx="7629601" cy="61130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5517994-A41C-420E-8681-788C7A80FAF3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4497480" y="3117960"/>
              <a:ext cx="3117960" cy="949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5517994-A41C-420E-8681-788C7A80FAF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88120" y="3108600"/>
                <a:ext cx="3136680" cy="96804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6C4173EA-F00A-715C-FC6B-D9E304CB8B36}"/>
              </a:ext>
            </a:extLst>
          </p:cNvPr>
          <p:cNvSpPr txBox="1"/>
          <p:nvPr/>
        </p:nvSpPr>
        <p:spPr>
          <a:xfrm>
            <a:off x="0" y="1210797"/>
            <a:ext cx="22923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</a:rPr>
              <a:t>Output of </a:t>
            </a:r>
          </a:p>
          <a:p>
            <a:r>
              <a:rPr lang="en-US" altLang="zh-CN" b="1" i="1" dirty="0">
                <a:solidFill>
                  <a:srgbClr val="FFFF00"/>
                </a:solidFill>
              </a:rPr>
              <a:t>“</a:t>
            </a:r>
            <a:r>
              <a:rPr lang="en-US" altLang="zh-CN" b="1" i="1" dirty="0" err="1">
                <a:solidFill>
                  <a:srgbClr val="FFFF00"/>
                </a:solidFill>
              </a:rPr>
              <a:t>sudo</a:t>
            </a:r>
            <a:r>
              <a:rPr lang="en-US" altLang="zh-CN" b="1" i="1" dirty="0">
                <a:solidFill>
                  <a:srgbClr val="FFFF00"/>
                </a:solidFill>
              </a:rPr>
              <a:t> </a:t>
            </a:r>
            <a:r>
              <a:rPr lang="en-US" altLang="zh-CN" b="1" i="1" dirty="0" err="1">
                <a:solidFill>
                  <a:srgbClr val="FFFF00"/>
                </a:solidFill>
              </a:rPr>
              <a:t>tcpdump</a:t>
            </a:r>
            <a:r>
              <a:rPr lang="en-US" altLang="zh-CN" b="1" i="1" dirty="0">
                <a:solidFill>
                  <a:srgbClr val="FFFF00"/>
                </a:solidFill>
              </a:rPr>
              <a:t>”</a:t>
            </a:r>
            <a:endParaRPr lang="zh-CN" altLang="en-US" b="1" i="1" dirty="0">
              <a:solidFill>
                <a:srgbClr val="FFFF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E8777C-290A-D2C7-98BB-B352CAB472DC}"/>
              </a:ext>
            </a:extLst>
          </p:cNvPr>
          <p:cNvSpPr/>
          <p:nvPr/>
        </p:nvSpPr>
        <p:spPr>
          <a:xfrm>
            <a:off x="1982447" y="305491"/>
            <a:ext cx="1180289" cy="3566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231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8297"/>
    </mc:Choice>
    <mc:Fallback xmlns="">
      <p:transition spd="slow" advTm="1582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67B7F0-8685-47E3-B03E-F42CD938C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760" y="425369"/>
            <a:ext cx="8509921" cy="58265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459B830-0918-4A01-85CF-351683A66D02}"/>
                  </a:ext>
                </a:extLst>
              </p14:cNvPr>
              <p14:cNvContentPartPr/>
              <p14:nvPr/>
            </p14:nvContentPartPr>
            <p14:xfrm>
              <a:off x="1652760" y="961200"/>
              <a:ext cx="466920" cy="478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459B830-0918-4A01-85CF-351683A66D0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43400" y="951840"/>
                <a:ext cx="485640" cy="49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89542C9-DBAA-473D-AC78-3AD8A284D1C0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4959720" y="4593240"/>
              <a:ext cx="997200" cy="16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89542C9-DBAA-473D-AC78-3AD8A284D1C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50360" y="4583880"/>
                <a:ext cx="1015920" cy="3528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8E2ADB81-101A-0CC9-380D-F327E825C69B}"/>
              </a:ext>
            </a:extLst>
          </p:cNvPr>
          <p:cNvSpPr txBox="1"/>
          <p:nvPr/>
        </p:nvSpPr>
        <p:spPr>
          <a:xfrm>
            <a:off x="155144" y="101433"/>
            <a:ext cx="387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</a:rPr>
              <a:t>Click and search for  “</a:t>
            </a:r>
            <a:r>
              <a:rPr lang="en-US" altLang="zh-CN" b="1" dirty="0" err="1">
                <a:solidFill>
                  <a:srgbClr val="FFFF00"/>
                </a:solidFill>
              </a:rPr>
              <a:t>wireshark</a:t>
            </a:r>
            <a:r>
              <a:rPr lang="en-US" altLang="zh-CN" b="1" dirty="0">
                <a:solidFill>
                  <a:srgbClr val="FFFF00"/>
                </a:solidFill>
              </a:rPr>
              <a:t>”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D3A4974-2BF1-DDB2-63C1-A594DB2EFD10}"/>
              </a:ext>
            </a:extLst>
          </p:cNvPr>
          <p:cNvCxnSpPr/>
          <p:nvPr/>
        </p:nvCxnSpPr>
        <p:spPr>
          <a:xfrm>
            <a:off x="596630" y="518809"/>
            <a:ext cx="966281" cy="505838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66FE967-3CBE-E5AA-E886-8122D4A3DF0C}"/>
              </a:ext>
            </a:extLst>
          </p:cNvPr>
          <p:cNvSpPr txBox="1"/>
          <p:nvPr/>
        </p:nvSpPr>
        <p:spPr>
          <a:xfrm>
            <a:off x="4156704" y="4593240"/>
            <a:ext cx="387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rgbClr val="FFFF00"/>
                </a:solidFill>
              </a:rPr>
              <a:t>Psw</a:t>
            </a:r>
            <a:r>
              <a:rPr lang="en-US" altLang="zh-CN" b="1" dirty="0">
                <a:solidFill>
                  <a:srgbClr val="FFFF00"/>
                </a:solidFill>
              </a:rPr>
              <a:t>: security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525C50-B9C6-22EE-B5F3-A92DFE7A4354}"/>
              </a:ext>
            </a:extLst>
          </p:cNvPr>
          <p:cNvSpPr/>
          <p:nvPr/>
        </p:nvSpPr>
        <p:spPr>
          <a:xfrm>
            <a:off x="1880238" y="442550"/>
            <a:ext cx="1180289" cy="3566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37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365"/>
    </mc:Choice>
    <mc:Fallback xmlns="">
      <p:transition spd="slow" advTm="643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0690615-6507-4555-A322-D1DA96ECA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125" y="404390"/>
            <a:ext cx="8773749" cy="60492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14A8580-AC3C-43CD-AE0E-EF03BFA46636}"/>
                  </a:ext>
                </a:extLst>
              </p14:cNvPr>
              <p14:cNvContentPartPr/>
              <p14:nvPr/>
            </p14:nvContentPartPr>
            <p14:xfrm>
              <a:off x="3035520" y="2923200"/>
              <a:ext cx="1220040" cy="888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14A8580-AC3C-43CD-AE0E-EF03BFA4663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26160" y="2913840"/>
                <a:ext cx="1238760" cy="90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0838E0A-2AE1-4064-B3CE-B80D1A6AA15E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2033280" y="654120"/>
              <a:ext cx="630360" cy="8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0838E0A-2AE1-4064-B3CE-B80D1A6AA15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23920" y="644760"/>
                <a:ext cx="649080" cy="270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0762069E-6C9F-02F6-7B40-CC64BC425F4A}"/>
              </a:ext>
            </a:extLst>
          </p:cNvPr>
          <p:cNvSpPr txBox="1"/>
          <p:nvPr/>
        </p:nvSpPr>
        <p:spPr>
          <a:xfrm>
            <a:off x="93984" y="2621768"/>
            <a:ext cx="387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</a:rPr>
              <a:t>Double click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6F01027-57E1-5621-9083-7A61163062A7}"/>
              </a:ext>
            </a:extLst>
          </p:cNvPr>
          <p:cNvCxnSpPr>
            <a:cxnSpLocks/>
          </p:cNvCxnSpPr>
          <p:nvPr/>
        </p:nvCxnSpPr>
        <p:spPr>
          <a:xfrm>
            <a:off x="1066999" y="3054486"/>
            <a:ext cx="1838329" cy="4863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17F9898C-AB25-72DA-AAB3-0523604FA08F}"/>
              </a:ext>
            </a:extLst>
          </p:cNvPr>
          <p:cNvSpPr/>
          <p:nvPr/>
        </p:nvSpPr>
        <p:spPr>
          <a:xfrm>
            <a:off x="1841771" y="404389"/>
            <a:ext cx="954183" cy="2580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682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550"/>
    </mc:Choice>
    <mc:Fallback xmlns="">
      <p:transition spd="slow" advTm="505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4D37E8-046B-4CDC-B64A-14BF61CFA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275" y="704697"/>
            <a:ext cx="8697539" cy="605874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8175781-367C-4B56-9F46-E64D28890467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6323400" y="3117960"/>
              <a:ext cx="438840" cy="168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8175781-367C-4B56-9F46-E64D2889046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14040" y="3108600"/>
                <a:ext cx="457560" cy="18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5693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141"/>
    </mc:Choice>
    <mc:Fallback xmlns="">
      <p:transition spd="slow" advTm="691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378E2F-6DC4-48EC-9D8D-7FA2BAD9C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704" y="366285"/>
            <a:ext cx="8716591" cy="61254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04D5DE9-4A80-4746-BA55-0D39E691B83F}"/>
                  </a:ext>
                </a:extLst>
              </p14:cNvPr>
              <p14:cNvContentPartPr/>
              <p14:nvPr/>
            </p14:nvContentPartPr>
            <p14:xfrm>
              <a:off x="8150400" y="2518560"/>
              <a:ext cx="450360" cy="326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04D5DE9-4A80-4746-BA55-0D39E691B83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41040" y="2509200"/>
                <a:ext cx="46908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648F9AF-B2BD-4578-9875-C4359AF13DE9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969560" y="2543760"/>
              <a:ext cx="7822800" cy="3485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648F9AF-B2BD-4578-9875-C4359AF13DE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60200" y="2534400"/>
                <a:ext cx="7841520" cy="35042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42472C8D-3644-8759-AC0A-822BA5021420}"/>
              </a:ext>
            </a:extLst>
          </p:cNvPr>
          <p:cNvSpPr txBox="1"/>
          <p:nvPr/>
        </p:nvSpPr>
        <p:spPr>
          <a:xfrm>
            <a:off x="0" y="1253654"/>
            <a:ext cx="18871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</a:rPr>
              <a:t>Use </a:t>
            </a:r>
            <a:r>
              <a:rPr lang="en-US" altLang="zh-CN" b="1" dirty="0" err="1">
                <a:solidFill>
                  <a:srgbClr val="FFFF00"/>
                </a:solidFill>
              </a:rPr>
              <a:t>ctrl+C</a:t>
            </a:r>
            <a:r>
              <a:rPr lang="en-US" altLang="zh-CN" b="1" dirty="0">
                <a:solidFill>
                  <a:srgbClr val="FFFF00"/>
                </a:solidFill>
              </a:rPr>
              <a:t> to stop the ping and  type in </a:t>
            </a:r>
            <a:r>
              <a:rPr lang="en-US" altLang="zh-CN" b="1" i="1" u="sng" dirty="0">
                <a:solidFill>
                  <a:srgbClr val="FFFF00"/>
                </a:solidFill>
              </a:rPr>
              <a:t>“</a:t>
            </a:r>
            <a:r>
              <a:rPr lang="en-US" altLang="zh-CN" b="1" i="1" u="sng" dirty="0">
                <a:solidFill>
                  <a:srgbClr val="FF0000"/>
                </a:solidFill>
              </a:rPr>
              <a:t>telnet </a:t>
            </a:r>
            <a:r>
              <a:rPr lang="en-US" altLang="zh-CN" b="1" i="1" u="sng" dirty="0" err="1">
                <a:solidFill>
                  <a:srgbClr val="FF0000"/>
                </a:solidFill>
              </a:rPr>
              <a:t>xxxx</a:t>
            </a:r>
            <a:r>
              <a:rPr lang="en-US" altLang="zh-CN" b="1" i="1" u="sng" dirty="0">
                <a:solidFill>
                  <a:srgbClr val="FFFF00"/>
                </a:solidFill>
              </a:rPr>
              <a:t>”</a:t>
            </a:r>
          </a:p>
          <a:p>
            <a:endParaRPr lang="en-US" altLang="zh-CN" b="1" dirty="0">
              <a:solidFill>
                <a:srgbClr val="FFFF00"/>
              </a:solidFill>
            </a:endParaRPr>
          </a:p>
          <a:p>
            <a:r>
              <a:rPr lang="en-US" altLang="zh-CN" b="1" dirty="0" err="1">
                <a:solidFill>
                  <a:srgbClr val="FFFF00"/>
                </a:solidFill>
              </a:rPr>
              <a:t>xxxx</a:t>
            </a:r>
            <a:r>
              <a:rPr lang="en-US" altLang="zh-CN" b="1" dirty="0">
                <a:solidFill>
                  <a:srgbClr val="FFFF00"/>
                </a:solidFill>
              </a:rPr>
              <a:t> is your server address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343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3197"/>
    </mc:Choice>
    <mc:Fallback xmlns="">
      <p:transition spd="slow" advTm="2631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73BFA7-A28D-41ED-990E-C30B945F1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467" y="366285"/>
            <a:ext cx="8707065" cy="612543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DE6A749-60A7-F14C-3937-485E33E1CD05}"/>
              </a:ext>
            </a:extLst>
          </p:cNvPr>
          <p:cNvSpPr/>
          <p:nvPr/>
        </p:nvSpPr>
        <p:spPr>
          <a:xfrm>
            <a:off x="1861228" y="1926077"/>
            <a:ext cx="1005190" cy="3891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720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235"/>
    </mc:Choice>
    <mc:Fallback xmlns="">
      <p:transition spd="slow" advTm="21235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ABA587-0BC2-4C9B-9922-8C0CFC590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230" y="385337"/>
            <a:ext cx="8697539" cy="60873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F01499F-2D10-4ECC-829B-1E5A4EF01C9D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3660120" y="2081520"/>
              <a:ext cx="6124320" cy="1937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F01499F-2D10-4ECC-829B-1E5A4EF01C9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50760" y="2072160"/>
                <a:ext cx="6143040" cy="19566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0B0078ED-F72F-8E55-D768-FCFE3227A239}"/>
              </a:ext>
            </a:extLst>
          </p:cNvPr>
          <p:cNvSpPr txBox="1"/>
          <p:nvPr/>
        </p:nvSpPr>
        <p:spPr>
          <a:xfrm>
            <a:off x="0" y="624356"/>
            <a:ext cx="15921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</a:rPr>
              <a:t>You can analyze the inner details of a single packet by double-clicking on it.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7489F6E-0020-C543-2616-B79E1060D45B}"/>
              </a:ext>
            </a:extLst>
          </p:cNvPr>
          <p:cNvCxnSpPr>
            <a:cxnSpLocks/>
          </p:cNvCxnSpPr>
          <p:nvPr/>
        </p:nvCxnSpPr>
        <p:spPr>
          <a:xfrm>
            <a:off x="940340" y="2199918"/>
            <a:ext cx="1212715" cy="3112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402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778"/>
    </mc:Choice>
    <mc:Fallback xmlns="">
      <p:transition spd="slow" advTm="367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5984C1-8577-47AD-9FFD-E5ABFCC7E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337" y="637785"/>
            <a:ext cx="6087325" cy="558242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9C6BB37-B6FB-44F6-BE4C-6104FCDEF1EA}"/>
                  </a:ext>
                </a:extLst>
              </p14:cNvPr>
              <p14:cNvContentPartPr/>
              <p14:nvPr/>
            </p14:nvContentPartPr>
            <p14:xfrm>
              <a:off x="4162320" y="3692160"/>
              <a:ext cx="901440" cy="32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9C6BB37-B6FB-44F6-BE4C-6104FCDEF1E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52960" y="3682800"/>
                <a:ext cx="920160" cy="511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D7D391A3-58FE-BAE9-7640-884BC4AB022A}"/>
              </a:ext>
            </a:extLst>
          </p:cNvPr>
          <p:cNvSpPr txBox="1"/>
          <p:nvPr/>
        </p:nvSpPr>
        <p:spPr>
          <a:xfrm>
            <a:off x="343712" y="1360251"/>
            <a:ext cx="2367062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***Important</a:t>
            </a:r>
          </a:p>
          <a:p>
            <a:endParaRPr lang="en-US" altLang="zh-CN" b="1" dirty="0">
              <a:solidFill>
                <a:srgbClr val="FFFF00"/>
              </a:solidFill>
            </a:endParaRPr>
          </a:p>
          <a:p>
            <a:r>
              <a:rPr lang="en-US" altLang="zh-CN" b="1" dirty="0">
                <a:solidFill>
                  <a:srgbClr val="FFFF00"/>
                </a:solidFill>
              </a:rPr>
              <a:t>1. Start a </a:t>
            </a:r>
            <a:r>
              <a:rPr lang="en-US" altLang="zh-CN" b="1" dirty="0">
                <a:solidFill>
                  <a:srgbClr val="FF0000"/>
                </a:solidFill>
              </a:rPr>
              <a:t>new</a:t>
            </a:r>
            <a:r>
              <a:rPr lang="en-US" altLang="zh-CN" b="1" dirty="0">
                <a:solidFill>
                  <a:srgbClr val="FFFF00"/>
                </a:solidFill>
              </a:rPr>
              <a:t> Wireshark capture</a:t>
            </a:r>
          </a:p>
          <a:p>
            <a:endParaRPr lang="en-US" altLang="zh-CN" b="1" dirty="0">
              <a:solidFill>
                <a:srgbClr val="FFFF00"/>
              </a:solidFill>
            </a:endParaRPr>
          </a:p>
          <a:p>
            <a:r>
              <a:rPr lang="en-US" altLang="zh-CN" b="1" dirty="0">
                <a:solidFill>
                  <a:srgbClr val="FFFF00"/>
                </a:solidFill>
              </a:rPr>
              <a:t>2. Open a </a:t>
            </a:r>
            <a:r>
              <a:rPr lang="en-US" altLang="zh-CN" b="1" dirty="0">
                <a:solidFill>
                  <a:srgbClr val="FF0000"/>
                </a:solidFill>
              </a:rPr>
              <a:t>new </a:t>
            </a:r>
            <a:r>
              <a:rPr lang="en-US" altLang="zh-CN" b="1" dirty="0">
                <a:solidFill>
                  <a:srgbClr val="FFFF00"/>
                </a:solidFill>
              </a:rPr>
              <a:t>terminal and typed in  </a:t>
            </a:r>
            <a:r>
              <a:rPr lang="en-US" altLang="zh-CN" b="1" i="1" u="sng" dirty="0">
                <a:solidFill>
                  <a:srgbClr val="FFFF00"/>
                </a:solidFill>
              </a:rPr>
              <a:t>“</a:t>
            </a:r>
            <a:r>
              <a:rPr lang="en-US" altLang="zh-CN" b="1" i="1" u="sng" dirty="0">
                <a:solidFill>
                  <a:srgbClr val="FF0000"/>
                </a:solidFill>
              </a:rPr>
              <a:t>ssh </a:t>
            </a:r>
            <a:r>
              <a:rPr lang="en-US" altLang="zh-CN" b="1" i="1" u="sng" dirty="0" err="1">
                <a:solidFill>
                  <a:srgbClr val="FF0000"/>
                </a:solidFill>
              </a:rPr>
              <a:t>xxxx</a:t>
            </a:r>
            <a:r>
              <a:rPr lang="en-US" altLang="zh-CN" b="1" i="1" u="sng" dirty="0">
                <a:solidFill>
                  <a:srgbClr val="FFFF00"/>
                </a:solidFill>
              </a:rPr>
              <a:t>” </a:t>
            </a:r>
          </a:p>
          <a:p>
            <a:endParaRPr lang="en-US" altLang="zh-CN" b="1" dirty="0">
              <a:solidFill>
                <a:srgbClr val="FFFF00"/>
              </a:solidFill>
            </a:endParaRPr>
          </a:p>
          <a:p>
            <a:r>
              <a:rPr lang="en-US" altLang="zh-CN" b="1" dirty="0" err="1">
                <a:solidFill>
                  <a:srgbClr val="FFFF00"/>
                </a:solidFill>
              </a:rPr>
              <a:t>xxxx</a:t>
            </a:r>
            <a:r>
              <a:rPr lang="en-US" altLang="zh-CN" b="1" dirty="0">
                <a:solidFill>
                  <a:srgbClr val="FFFF00"/>
                </a:solidFill>
              </a:rPr>
              <a:t> is your server address.</a:t>
            </a:r>
            <a:endParaRPr lang="zh-CN" altLang="en-US" b="1" dirty="0">
              <a:solidFill>
                <a:srgbClr val="FFFF00"/>
              </a:solidFill>
            </a:endParaRPr>
          </a:p>
          <a:p>
            <a:endParaRPr lang="en-US" altLang="zh-CN" b="1" i="1" u="sng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426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266"/>
    </mc:Choice>
    <mc:Fallback xmlns="">
      <p:transition spd="slow" advTm="29266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90C598-70B8-4FE2-9825-40FD0869A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067" y="0"/>
            <a:ext cx="8125866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1AF951D-A0BE-32DA-AA65-81E7C6C44ED6}"/>
              </a:ext>
            </a:extLst>
          </p:cNvPr>
          <p:cNvSpPr/>
          <p:nvPr/>
        </p:nvSpPr>
        <p:spPr>
          <a:xfrm>
            <a:off x="5843081" y="1595335"/>
            <a:ext cx="732818" cy="19520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70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59"/>
    </mc:Choice>
    <mc:Fallback xmlns="">
      <p:transition spd="slow" advTm="3559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7CD79E-8108-B658-7CBC-0C4EE40D61A3}"/>
              </a:ext>
            </a:extLst>
          </p:cNvPr>
          <p:cNvSpPr txBox="1"/>
          <p:nvPr/>
        </p:nvSpPr>
        <p:spPr>
          <a:xfrm>
            <a:off x="259701" y="2228671"/>
            <a:ext cx="118592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Please Remember to Shut Down the Virtual Machines</a:t>
            </a:r>
          </a:p>
          <a:p>
            <a:endParaRPr 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419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03"/>
    </mc:Choice>
    <mc:Fallback xmlns="">
      <p:transition spd="slow" advTm="8103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7CD79E-8108-B658-7CBC-0C4EE40D61A3}"/>
              </a:ext>
            </a:extLst>
          </p:cNvPr>
          <p:cNvSpPr txBox="1"/>
          <p:nvPr/>
        </p:nvSpPr>
        <p:spPr>
          <a:xfrm>
            <a:off x="101080" y="71927"/>
            <a:ext cx="11859209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solidFill>
                  <a:srgbClr val="FF0000"/>
                </a:solidFill>
              </a:rPr>
              <a:t>Additional Tasks:</a:t>
            </a:r>
          </a:p>
          <a:p>
            <a:endParaRPr lang="en-US" sz="3200" b="1" dirty="0">
              <a:solidFill>
                <a:srgbClr val="FF0000"/>
              </a:solidFill>
            </a:endParaRPr>
          </a:p>
          <a:p>
            <a:r>
              <a:rPr lang="en-US" sz="3200" b="1" dirty="0">
                <a:solidFill>
                  <a:srgbClr val="FF0000"/>
                </a:solidFill>
              </a:rPr>
              <a:t>Read the document COMP3052.SEC.LAB.04.Packet.Sniffing originally prepared by Mike Pound.</a:t>
            </a:r>
          </a:p>
          <a:p>
            <a:endParaRPr lang="en-US" sz="3200" b="1" dirty="0">
              <a:solidFill>
                <a:srgbClr val="FF0000"/>
              </a:solidFill>
            </a:endParaRPr>
          </a:p>
          <a:p>
            <a:r>
              <a:rPr lang="en-US" sz="3200" b="1" dirty="0">
                <a:solidFill>
                  <a:srgbClr val="FF0000"/>
                </a:solidFill>
              </a:rPr>
              <a:t>Work on the exercises described under the following sections from pages 2-5 for: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SETTING UP THE SERVER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PACKET CAPTURE</a:t>
            </a:r>
          </a:p>
          <a:p>
            <a:r>
              <a:rPr lang="en-US" sz="3600" b="1" dirty="0">
                <a:solidFill>
                  <a:srgbClr val="FF0000"/>
                </a:solidFill>
              </a:rPr>
              <a:t>PACKET ANALYSIS</a:t>
            </a:r>
          </a:p>
          <a:p>
            <a:endParaRPr 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931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32"/>
    </mc:Choice>
    <mc:Fallback xmlns="">
      <p:transition spd="slow" advTm="4932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5091</TotalTime>
  <Words>398</Words>
  <Application>Microsoft Office PowerPoint</Application>
  <PresentationFormat>宽屏</PresentationFormat>
  <Paragraphs>57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等线</vt:lpstr>
      <vt:lpstr>等线 Light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Yifan Zhang (20318993)</dc:creator>
  <cp:lastModifiedBy>Yue LI (20569210)</cp:lastModifiedBy>
  <cp:revision>90</cp:revision>
  <dcterms:created xsi:type="dcterms:W3CDTF">2023-02-20T06:27:13Z</dcterms:created>
  <dcterms:modified xsi:type="dcterms:W3CDTF">2024-03-29T02:12:01Z</dcterms:modified>
</cp:coreProperties>
</file>